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850086ac0c4030" /><Relationship Type="http://schemas.openxmlformats.org/officeDocument/2006/relationships/extended-properties" Target="/docProps/app.xml" Id="R6c058a9aaee1413d" /><Relationship Type="http://schemas.openxmlformats.org/officeDocument/2006/relationships/officeDocument" Target="/ppt/presentation.xml" Id="R6ede382d27054d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b0d85b6f841da"/>
  </p:sldMasterIdLst>
  <p:notesMasterIdLst>
    <p:notesMasterId xmlns:r="http://schemas.openxmlformats.org/officeDocument/2006/relationships" r:id="Rd676fd0c82834e76"/>
  </p:notesMasterIdLst>
  <p:sldIdLst>
    <p:sldId xmlns:r="http://schemas.openxmlformats.org/officeDocument/2006/relationships" id="256" r:id="Rab2dee416b064afe"/>
    <p:sldId xmlns:r="http://schemas.openxmlformats.org/officeDocument/2006/relationships" id="257" r:id="R722ac4e2ea7e4659"/>
    <p:sldId xmlns:r="http://schemas.openxmlformats.org/officeDocument/2006/relationships" id="258" r:id="R11ecdddc80fc4b39"/>
    <p:sldId xmlns:r="http://schemas.openxmlformats.org/officeDocument/2006/relationships" id="259" r:id="Rdcde758343364073"/>
    <p:sldId xmlns:r="http://schemas.openxmlformats.org/officeDocument/2006/relationships" id="260" r:id="R27e609a7dc6a4757"/>
    <p:sldId xmlns:r="http://schemas.openxmlformats.org/officeDocument/2006/relationships" id="261" r:id="Rb5d99db50dab4f11"/>
    <p:sldId xmlns:r="http://schemas.openxmlformats.org/officeDocument/2006/relationships" id="262" r:id="Rbd2f065f1e914cef"/>
    <p:sldId xmlns:r="http://schemas.openxmlformats.org/officeDocument/2006/relationships" id="263" r:id="R50cdf72e23304e47"/>
    <p:sldId xmlns:r="http://schemas.openxmlformats.org/officeDocument/2006/relationships" id="264" r:id="R9cf1d884ef16495d"/>
    <p:sldId xmlns:r="http://schemas.openxmlformats.org/officeDocument/2006/relationships" id="265" r:id="R42b6ee5359c14f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009f7c7db349eb" /><Relationship Type="http://schemas.openxmlformats.org/officeDocument/2006/relationships/slideMaster" Target="/ppt/slideMasters/slideMaster1.xml" Id="R225b0d85b6f841da" /><Relationship Type="http://schemas.openxmlformats.org/officeDocument/2006/relationships/notesMaster" Target="/ppt/notesMasters/notesMaster1.xml" Id="Rd676fd0c82834e76" /><Relationship Type="http://schemas.openxmlformats.org/officeDocument/2006/relationships/presProps" Target="/ppt/presProps.xml" Id="Rda243c0e9c8a4a96" /><Relationship Type="http://schemas.openxmlformats.org/officeDocument/2006/relationships/tableStyles" Target="/ppt/tableStyles.xml" Id="R0471a16233e54904" /><Relationship Type="http://schemas.openxmlformats.org/officeDocument/2006/relationships/slide" Target="/ppt/slides/slide1.xml" Id="Rab2dee416b064afe" /><Relationship Type="http://schemas.openxmlformats.org/officeDocument/2006/relationships/slide" Target="/ppt/slides/slide2.xml" Id="R722ac4e2ea7e4659" /><Relationship Type="http://schemas.openxmlformats.org/officeDocument/2006/relationships/slide" Target="/ppt/slides/slide3.xml" Id="R11ecdddc80fc4b39" /><Relationship Type="http://schemas.openxmlformats.org/officeDocument/2006/relationships/slide" Target="/ppt/slides/slide4.xml" Id="Rdcde758343364073" /><Relationship Type="http://schemas.openxmlformats.org/officeDocument/2006/relationships/slide" Target="/ppt/slides/slide5.xml" Id="R27e609a7dc6a4757" /><Relationship Type="http://schemas.openxmlformats.org/officeDocument/2006/relationships/slide" Target="/ppt/slides/slide6.xml" Id="Rb5d99db50dab4f11" /><Relationship Type="http://schemas.openxmlformats.org/officeDocument/2006/relationships/slide" Target="/ppt/slides/slide7.xml" Id="Rbd2f065f1e914cef" /><Relationship Type="http://schemas.openxmlformats.org/officeDocument/2006/relationships/slide" Target="/ppt/slides/slide8.xml" Id="R50cdf72e23304e47" /><Relationship Type="http://schemas.openxmlformats.org/officeDocument/2006/relationships/slide" Target="/ppt/slides/slide9.xml" Id="R9cf1d884ef16495d" /><Relationship Type="http://schemas.openxmlformats.org/officeDocument/2006/relationships/slide" Target="/ppt/slides/slide10.xml" Id="R42b6ee5359c14f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396dad6aac4c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886d0fdf574302" /><Relationship Type="http://schemas.openxmlformats.org/officeDocument/2006/relationships/notesMaster" Target="/ppt/notesMasters/notesMaster1.xml" Id="R825038ae779845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4e7e47937d4a01" /><Relationship Type="http://schemas.openxmlformats.org/officeDocument/2006/relationships/notesMaster" Target="/ppt/notesMasters/notesMaster1.xml" Id="R0686b220670043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702927d29346f3" /><Relationship Type="http://schemas.openxmlformats.org/officeDocument/2006/relationships/notesMaster" Target="/ppt/notesMasters/notesMaster1.xml" Id="R9947c196bb114e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b235c87c56427d" /><Relationship Type="http://schemas.openxmlformats.org/officeDocument/2006/relationships/notesMaster" Target="/ppt/notesMasters/notesMaster1.xml" Id="R8ccd733481904b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7a44bc043b46e7" /><Relationship Type="http://schemas.openxmlformats.org/officeDocument/2006/relationships/notesMaster" Target="/ppt/notesMasters/notesMaster1.xml" Id="R5a160695bbbe49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e21353570c4faa" /><Relationship Type="http://schemas.openxmlformats.org/officeDocument/2006/relationships/notesMaster" Target="/ppt/notesMasters/notesMaster1.xml" Id="R5cd49d2258e648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8966a09bbc48ce" /><Relationship Type="http://schemas.openxmlformats.org/officeDocument/2006/relationships/notesMaster" Target="/ppt/notesMasters/notesMaster1.xml" Id="R920957993fcb43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898c97f183478f" /><Relationship Type="http://schemas.openxmlformats.org/officeDocument/2006/relationships/notesMaster" Target="/ppt/notesMasters/notesMaster1.xml" Id="Rd711e1b0c1024f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8d94cbb18e4170" /><Relationship Type="http://schemas.openxmlformats.org/officeDocument/2006/relationships/notesMaster" Target="/ppt/notesMasters/notesMaster1.xml" Id="R7199faa72d1c4f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86bc8293084f50" /><Relationship Type="http://schemas.openxmlformats.org/officeDocument/2006/relationships/notesMaster" Target="/ppt/notesMasters/notesMaster1.xml" Id="R9bebd129425845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357a6ce7f46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2c33267e24d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23980cbe248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9f8b10de74e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1e532ac6e4d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28d03f57c41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177F04-1B84-41CF-83BA-96CD9B33D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D079EE-2F30-471C-9C9A-8D8C56A83A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91D3DF-257E-412C-8E4A-E9F648F7B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07AD62-5FA2-4E11-AB68-3DA9B14F7F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1A1922-556C-4E30-9C6B-F2F550957C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3C16E7-9A08-41C1-8886-70AF5B508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34F467-59EC-48F6-9001-7167D805C9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CDE2B4-36F1-40B9-97C6-6C4B41DAEB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B4ADA4-3B15-4F0C-8575-2F43DE6BCD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C8483C-546A-48BD-BCDC-B24649E3CD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20ad3463b64bc9" /><Relationship Type="http://schemas.openxmlformats.org/officeDocument/2006/relationships/slideLayout" Target="/ppt/slideLayouts/slideLayout1.xml" Id="R590138fb183a467f" /><Relationship Type="http://schemas.openxmlformats.org/officeDocument/2006/relationships/slideLayout" Target="/ppt/slideLayouts/slideLayout2.xml" Id="R4a4bb874d3dc4227" /><Relationship Type="http://schemas.openxmlformats.org/officeDocument/2006/relationships/slideLayout" Target="/ppt/slideLayouts/slideLayout3.xml" Id="R7a24816fe6544372" /><Relationship Type="http://schemas.openxmlformats.org/officeDocument/2006/relationships/slideLayout" Target="/ppt/slideLayouts/slideLayout4.xml" Id="R6c4da04cbe7e4cd9" /><Relationship Type="http://schemas.openxmlformats.org/officeDocument/2006/relationships/slideLayout" Target="/ppt/slideLayouts/slideLayout5.xml" Id="R94b25c7aa9f14482" /><Relationship Type="http://schemas.openxmlformats.org/officeDocument/2006/relationships/slideLayout" Target="/ppt/slideLayouts/slideLayout6.xml" Id="Rfcd91b97146944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138fb183a467f"/>
    <p:sldLayoutId xmlns:r="http://schemas.openxmlformats.org/officeDocument/2006/relationships" id="2147483650" r:id="R4a4bb874d3dc4227"/>
    <p:sldLayoutId xmlns:r="http://schemas.openxmlformats.org/officeDocument/2006/relationships" id="2147483651" r:id="R7a24816fe6544372"/>
    <p:sldLayoutId xmlns:r="http://schemas.openxmlformats.org/officeDocument/2006/relationships" id="2147483652" r:id="R6c4da04cbe7e4cd9"/>
    <p:sldLayoutId xmlns:r="http://schemas.openxmlformats.org/officeDocument/2006/relationships" id="2147483653" r:id="R94b25c7aa9f14482"/>
    <p:sldLayoutId xmlns:r="http://schemas.openxmlformats.org/officeDocument/2006/relationships" id="2147483654" r:id="Rfcd91b97146944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6951a8aeb4b22" /><Relationship Type="http://schemas.openxmlformats.org/officeDocument/2006/relationships/image" Target="/ppt/media/image.png" Id="Re4c91503e5194262" /><Relationship Type="http://schemas.openxmlformats.org/officeDocument/2006/relationships/notesSlide" Target="/ppt/notesSlides/notesSlide1.xml" Id="R683f6beaac554a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14e7061b44738" /><Relationship Type="http://schemas.openxmlformats.org/officeDocument/2006/relationships/image" Target="/ppt/media/image2.png" Id="Ra9cba5d2639e4376" /><Relationship Type="http://schemas.openxmlformats.org/officeDocument/2006/relationships/notesSlide" Target="/ppt/notesSlides/notesSlide2.xml" Id="R78dc437836624a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a04a6f20a4a96" /><Relationship Type="http://schemas.openxmlformats.org/officeDocument/2006/relationships/notesSlide" Target="/ppt/notesSlides/notesSlide3.xml" Id="Rf710dd5531664e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006ea2ff664492" /><Relationship Type="http://schemas.openxmlformats.org/officeDocument/2006/relationships/image" Target="/ppt/media/image3.png" Id="R8e9102f6b33a455d" /><Relationship Type="http://schemas.openxmlformats.org/officeDocument/2006/relationships/notesSlide" Target="/ppt/notesSlides/notesSlide4.xml" Id="Rbdd3a0fbabd644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df725232b54076" /><Relationship Type="http://schemas.openxmlformats.org/officeDocument/2006/relationships/image" Target="/ppt/media/image4.png" Id="Reacd0b87ac824b99" /><Relationship Type="http://schemas.openxmlformats.org/officeDocument/2006/relationships/notesSlide" Target="/ppt/notesSlides/notesSlide5.xml" Id="Ra5422e9b37a04c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81f29dce1468a" /><Relationship Type="http://schemas.openxmlformats.org/officeDocument/2006/relationships/image" Target="/ppt/media/image5.png" Id="Re01e9b5871854e9c" /><Relationship Type="http://schemas.openxmlformats.org/officeDocument/2006/relationships/notesSlide" Target="/ppt/notesSlides/notesSlide6.xml" Id="R149942501bae4b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42a7e54294346" /><Relationship Type="http://schemas.openxmlformats.org/officeDocument/2006/relationships/chart" Target="/ppt/slides/charts/chart1.xml" Id="R483b6665a1404ad2" /><Relationship Type="http://schemas.openxmlformats.org/officeDocument/2006/relationships/image" Target="/ppt/media/image6.png" Id="Rd1bf6d20ee324a71" /><Relationship Type="http://schemas.openxmlformats.org/officeDocument/2006/relationships/notesSlide" Target="/ppt/notesSlides/notesSlide7.xml" Id="R6c1152c3060448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ee93816d04b29" /><Relationship Type="http://schemas.openxmlformats.org/officeDocument/2006/relationships/image" Target="/ppt/media/image7.png" Id="R670bfae3418e4ea8" /><Relationship Type="http://schemas.openxmlformats.org/officeDocument/2006/relationships/notesSlide" Target="/ppt/notesSlides/notesSlide8.xml" Id="Rdc44881c00834b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11c3b03ef4242" /><Relationship Type="http://schemas.openxmlformats.org/officeDocument/2006/relationships/notesSlide" Target="/ppt/notesSlides/notesSlide9.xml" Id="Re9f74d8ce6a243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96577114743c4" /><Relationship Type="http://schemas.openxmlformats.org/officeDocument/2006/relationships/image" Target="/ppt/media/image8.png" Id="R95f25313e6f74557" /><Relationship Type="http://schemas.openxmlformats.org/officeDocument/2006/relationships/notesSlide" Target="/ppt/notesSlides/notesSlide10.xml" Id="R78dcdca3964f4c5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₸ / ай</c:v>
          </c:tx>
          <c:spPr>
            <a:solidFill xmlns:a="http://schemas.openxmlformats.org/drawingml/2006/main">
              <a:srgbClr val="43D7DF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Сату өсімі</c:v>
                </c:pt>
                <c:pt idx="1">
                  <c:v>Шығын үнемі</c:v>
                </c:pt>
                <c:pt idx="2">
                  <c:v>Құрал құны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52500</c:v>
                </c:pt>
                <c:pt idx="1">
                  <c:v>48000</c:v>
                </c:pt>
                <c:pt idx="2">
                  <c:v>-15000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DDC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C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C549B-2924-4C38-B449-F46389FDE1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91503e519426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05E4A-C65D-4FC4-A293-11BB6708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43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2B1D0-C1C2-417D-BC0A-941D9823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FFFFFF"/>
                </a:solidFill>
              </a:defRPr>
            </a:defPPr>
            <a:lvl1pPr>
              <a:defRPr sz="2175" b="1" i="0">
                <a:solidFill>
                  <a:srgbClr val="FFFFFF"/>
                </a:solidFill>
              </a:defRPr>
            </a:lvl1pPr>
            <a:lvl2pPr>
              <a:defRPr sz="2175" b="1" i="0">
                <a:solidFill>
                  <a:srgbClr val="FFFFFF"/>
                </a:solidFill>
              </a:defRPr>
            </a:lvl2pPr>
            <a:lvl3pPr>
              <a:defRPr sz="2175" b="1" i="0">
                <a:solidFill>
                  <a:srgbClr val="FFFFFF"/>
                </a:solidFill>
              </a:defRPr>
            </a:lvl3pPr>
            <a:lvl4pPr>
              <a:defRPr sz="2175" b="1" i="0">
                <a:solidFill>
                  <a:srgbClr val="FFFFFF"/>
                </a:solidFill>
              </a:defRPr>
            </a:lvl4pPr>
            <a:lvl5pPr>
              <a:defRPr sz="2175" b="1" i="0">
                <a:solidFill>
                  <a:srgbClr val="FFFFFF"/>
                </a:solidFill>
              </a:defRPr>
            </a:lvl5pPr>
            <a:lvl6pPr>
              <a:defRPr sz="2175" b="1" i="0">
                <a:solidFill>
                  <a:srgbClr val="FFFFFF"/>
                </a:solidFill>
              </a:defRPr>
            </a:lvl6pPr>
            <a:lvl7pPr>
              <a:defRPr sz="2175" b="1" i="0">
                <a:solidFill>
                  <a:srgbClr val="FFFFFF"/>
                </a:solidFill>
              </a:defRPr>
            </a:lvl7pPr>
            <a:lvl8pPr>
              <a:defRPr sz="2175" b="1" i="0">
                <a:solidFill>
                  <a:srgbClr val="FFFFFF"/>
                </a:solidFill>
              </a:defRPr>
            </a:lvl8pPr>
            <a:lvl9pPr>
              <a:defRPr sz="21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41D0-85DB-449D-869E-1B89F99D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0B2ED-35B5-41F4-9D48-E03237DE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5AE66-8B44-4E2F-8A47-0F20D6A1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43D7DF"/>
                </a:solidFill>
              </a:defRPr>
            </a:defPPr>
            <a:lvl1pPr>
              <a:defRPr sz="975" b="1" i="0">
                <a:solidFill>
                  <a:srgbClr val="43D7DF"/>
                </a:solidFill>
              </a:defRPr>
            </a:lvl1pPr>
            <a:lvl2pPr>
              <a:defRPr sz="975" b="1" i="0">
                <a:solidFill>
                  <a:srgbClr val="43D7DF"/>
                </a:solidFill>
              </a:defRPr>
            </a:lvl2pPr>
            <a:lvl3pPr>
              <a:defRPr sz="975" b="1" i="0">
                <a:solidFill>
                  <a:srgbClr val="43D7DF"/>
                </a:solidFill>
              </a:defRPr>
            </a:lvl3pPr>
            <a:lvl4pPr>
              <a:defRPr sz="975" b="1" i="0">
                <a:solidFill>
                  <a:srgbClr val="43D7DF"/>
                </a:solidFill>
              </a:defRPr>
            </a:lvl4pPr>
            <a:lvl5pPr>
              <a:defRPr sz="975" b="1" i="0">
                <a:solidFill>
                  <a:srgbClr val="43D7DF"/>
                </a:solidFill>
              </a:defRPr>
            </a:lvl5pPr>
            <a:lvl6pPr>
              <a:defRPr sz="975" b="1" i="0">
                <a:solidFill>
                  <a:srgbClr val="43D7DF"/>
                </a:solidFill>
              </a:defRPr>
            </a:lvl6pPr>
            <a:lvl7pPr>
              <a:defRPr sz="975" b="1" i="0">
                <a:solidFill>
                  <a:srgbClr val="43D7DF"/>
                </a:solidFill>
              </a:defRPr>
            </a:lvl7pPr>
            <a:lvl8pPr>
              <a:defRPr sz="975" b="1" i="0">
                <a:solidFill>
                  <a:srgbClr val="43D7DF"/>
                </a:solidFill>
              </a:defRPr>
            </a:lvl8pPr>
            <a:lvl9pPr>
              <a:defRPr sz="97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43D7DF"/>
                </a:solidFill>
              </a:defRPr>
            </a:pPr>
            <a:r>
              <a:rPr sz="975" b="1" i="0">
                <a:solidFill>
                  <a:srgbClr val="43D7DF"/>
                </a:solidFill>
              </a:rPr>
              <a:t>AI FOR SME &amp; LOCAL BUSINESS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DF2B1-FE6C-4612-9FEE-C91CAE32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 i="0">
                <a:solidFill>
                  <a:srgbClr val="FFFFFF"/>
                </a:solidFill>
              </a:defRPr>
            </a:defPPr>
            <a:lvl1pPr>
              <a:defRPr sz="3600" b="1" i="0">
                <a:solidFill>
                  <a:srgbClr val="FFFFFF"/>
                </a:solidFill>
              </a:defRPr>
            </a:lvl1pPr>
            <a:lvl2pPr>
              <a:defRPr sz="3600" b="1" i="0">
                <a:solidFill>
                  <a:srgbClr val="FFFFFF"/>
                </a:solidFill>
              </a:defRPr>
            </a:lvl2pPr>
            <a:lvl3pPr>
              <a:defRPr sz="3600" b="1" i="0">
                <a:solidFill>
                  <a:srgbClr val="FFFFFF"/>
                </a:solidFill>
              </a:defRPr>
            </a:lvl3pPr>
            <a:lvl4pPr>
              <a:defRPr sz="3600" b="1" i="0">
                <a:solidFill>
                  <a:srgbClr val="FFFFFF"/>
                </a:solidFill>
              </a:defRPr>
            </a:lvl4pPr>
            <a:lvl5pPr>
              <a:defRPr sz="3600" b="1" i="0">
                <a:solidFill>
                  <a:srgbClr val="FFFFFF"/>
                </a:solidFill>
              </a:defRPr>
            </a:lvl5pPr>
            <a:lvl6pPr>
              <a:defRPr sz="3600" b="1" i="0">
                <a:solidFill>
                  <a:srgbClr val="FFFFFF"/>
                </a:solidFill>
              </a:defRPr>
            </a:lvl6pPr>
            <a:lvl7pPr>
              <a:defRPr sz="3600" b="1" i="0">
                <a:solidFill>
                  <a:srgbClr val="FFFFFF"/>
                </a:solidFill>
              </a:defRPr>
            </a:lvl7pPr>
            <a:lvl8pPr>
              <a:defRPr sz="3600" b="1" i="0">
                <a:solidFill>
                  <a:srgbClr val="FFFFFF"/>
                </a:solidFill>
              </a:defRPr>
            </a:lvl8pPr>
            <a:lvl9pPr>
              <a:defRPr sz="36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SaNa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5BA79-ABB4-4E8E-9171-1542B634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5191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 i="0">
                <a:solidFill>
                  <a:srgbClr val="FFFFFF"/>
                </a:solidFill>
              </a:defRPr>
            </a:defPPr>
            <a:lvl1pPr>
              <a:defRPr sz="3600" b="1" i="0">
                <a:solidFill>
                  <a:srgbClr val="FFFFFF"/>
                </a:solidFill>
              </a:defRPr>
            </a:lvl1pPr>
            <a:lvl2pPr>
              <a:defRPr sz="3600" b="1" i="0">
                <a:solidFill>
                  <a:srgbClr val="FFFFFF"/>
                </a:solidFill>
              </a:defRPr>
            </a:lvl2pPr>
            <a:lvl3pPr>
              <a:defRPr sz="3600" b="1" i="0">
                <a:solidFill>
                  <a:srgbClr val="FFFFFF"/>
                </a:solidFill>
              </a:defRPr>
            </a:lvl3pPr>
            <a:lvl4pPr>
              <a:defRPr sz="3600" b="1" i="0">
                <a:solidFill>
                  <a:srgbClr val="FFFFFF"/>
                </a:solidFill>
              </a:defRPr>
            </a:lvl4pPr>
            <a:lvl5pPr>
              <a:defRPr sz="3600" b="1" i="0">
                <a:solidFill>
                  <a:srgbClr val="FFFFFF"/>
                </a:solidFill>
              </a:defRPr>
            </a:lvl5pPr>
            <a:lvl6pPr>
              <a:defRPr sz="3600" b="1" i="0">
                <a:solidFill>
                  <a:srgbClr val="FFFFFF"/>
                </a:solidFill>
              </a:defRPr>
            </a:lvl6pPr>
            <a:lvl7pPr>
              <a:defRPr sz="3600" b="1" i="0">
                <a:solidFill>
                  <a:srgbClr val="FFFFFF"/>
                </a:solidFill>
              </a:defRPr>
            </a:lvl7pPr>
            <a:lvl8pPr>
              <a:defRPr sz="3600" b="1" i="0">
                <a:solidFill>
                  <a:srgbClr val="FFFFFF"/>
                </a:solidFill>
              </a:defRPr>
            </a:lvl8pPr>
            <a:lvl9pPr>
              <a:defRPr sz="36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Кәсіпкер мәселесін</a:t>
            </a:r>
          </a:p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өлшенетін AI-пилотқа</a:t>
            </a:r>
          </a:p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айналдырамыз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4C0F2-EAAF-4CFA-9733-7CA2F9CE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179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15B48-6A82-4D31-8C2C-040B7638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D1DDD8"/>
                </a:solidFill>
              </a:defRPr>
            </a:defPPr>
            <a:lvl1pPr>
              <a:defRPr sz="1650" b="1" i="0">
                <a:solidFill>
                  <a:srgbClr val="D1DDD8"/>
                </a:solidFill>
              </a:defRPr>
            </a:lvl1pPr>
            <a:lvl2pPr>
              <a:defRPr sz="1650" b="1" i="0">
                <a:solidFill>
                  <a:srgbClr val="D1DDD8"/>
                </a:solidFill>
              </a:defRPr>
            </a:lvl2pPr>
            <a:lvl3pPr>
              <a:defRPr sz="1650" b="1" i="0">
                <a:solidFill>
                  <a:srgbClr val="D1DDD8"/>
                </a:solidFill>
              </a:defRPr>
            </a:lvl3pPr>
            <a:lvl4pPr>
              <a:defRPr sz="1650" b="1" i="0">
                <a:solidFill>
                  <a:srgbClr val="D1DDD8"/>
                </a:solidFill>
              </a:defRPr>
            </a:lvl4pPr>
            <a:lvl5pPr>
              <a:defRPr sz="1650" b="1" i="0">
                <a:solidFill>
                  <a:srgbClr val="D1DDD8"/>
                </a:solidFill>
              </a:defRPr>
            </a:lvl5pPr>
            <a:lvl6pPr>
              <a:defRPr sz="1650" b="1" i="0">
                <a:solidFill>
                  <a:srgbClr val="D1DDD8"/>
                </a:solidFill>
              </a:defRPr>
            </a:lvl6pPr>
            <a:lvl7pPr>
              <a:defRPr sz="1650" b="1" i="0">
                <a:solidFill>
                  <a:srgbClr val="D1DDD8"/>
                </a:solidFill>
              </a:defRPr>
            </a:lvl7pPr>
            <a:lvl8pPr>
              <a:defRPr sz="1650" b="1" i="0">
                <a:solidFill>
                  <a:srgbClr val="D1DDD8"/>
                </a:solidFill>
              </a:defRPr>
            </a:lvl8pPr>
            <a:lvl9pPr>
              <a:defRPr sz="1650" b="1" i="0">
                <a:solidFill>
                  <a:srgbClr val="D1DDD8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D1DDD8"/>
                </a:solidFill>
              </a:defRPr>
            </a:pPr>
            <a:r>
              <a:rPr sz="1650" b="1" i="0">
                <a:solidFill>
                  <a:srgbClr val="D1DDD8"/>
                </a:solidFill>
              </a:rPr>
              <a:t>Тараз · Жамбыл облысы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CEBD1-3C2A-4714-BF44-6635AB73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94A8A1"/>
                </a:solidFill>
              </a:defRPr>
            </a:defPPr>
            <a:lvl1pPr>
              <a:defRPr sz="975" b="1" i="0">
                <a:solidFill>
                  <a:srgbClr val="94A8A1"/>
                </a:solidFill>
              </a:defRPr>
            </a:lvl1pPr>
            <a:lvl2pPr>
              <a:defRPr sz="975" b="1" i="0">
                <a:solidFill>
                  <a:srgbClr val="94A8A1"/>
                </a:solidFill>
              </a:defRPr>
            </a:lvl2pPr>
            <a:lvl3pPr>
              <a:defRPr sz="975" b="1" i="0">
                <a:solidFill>
                  <a:srgbClr val="94A8A1"/>
                </a:solidFill>
              </a:defRPr>
            </a:lvl3pPr>
            <a:lvl4pPr>
              <a:defRPr sz="975" b="1" i="0">
                <a:solidFill>
                  <a:srgbClr val="94A8A1"/>
                </a:solidFill>
              </a:defRPr>
            </a:lvl4pPr>
            <a:lvl5pPr>
              <a:defRPr sz="975" b="1" i="0">
                <a:solidFill>
                  <a:srgbClr val="94A8A1"/>
                </a:solidFill>
              </a:defRPr>
            </a:lvl5pPr>
            <a:lvl6pPr>
              <a:defRPr sz="975" b="1" i="0">
                <a:solidFill>
                  <a:srgbClr val="94A8A1"/>
                </a:solidFill>
              </a:defRPr>
            </a:lvl6pPr>
            <a:lvl7pPr>
              <a:defRPr sz="975" b="1" i="0">
                <a:solidFill>
                  <a:srgbClr val="94A8A1"/>
                </a:solidFill>
              </a:defRPr>
            </a:lvl7pPr>
            <a:lvl8pPr>
              <a:defRPr sz="975" b="1" i="0">
                <a:solidFill>
                  <a:srgbClr val="94A8A1"/>
                </a:solidFill>
              </a:defRPr>
            </a:lvl8pPr>
            <a:lvl9pPr>
              <a:defRPr sz="975" b="1" i="0">
                <a:solidFill>
                  <a:srgbClr val="94A8A1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94A8A1"/>
                </a:solidFill>
              </a:defRPr>
            </a:pPr>
            <a:r>
              <a:rPr sz="975" b="1" i="0">
                <a:solidFill>
                  <a:srgbClr val="94A8A1"/>
                </a:solidFill>
              </a:rPr>
              <a:t>Pitch deck ·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A74A7-8C8C-4D7D-B091-52197171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5341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 i="0">
                <a:solidFill>
                  <a:srgbClr val="D9DED8"/>
                </a:solidFill>
              </a:defRPr>
            </a:defPPr>
            <a:lvl1pPr>
              <a:defRPr sz="675" b="0" i="0">
                <a:solidFill>
                  <a:srgbClr val="D9DED8"/>
                </a:solidFill>
              </a:defRPr>
            </a:lvl1pPr>
            <a:lvl2pPr>
              <a:defRPr sz="675" b="0" i="0">
                <a:solidFill>
                  <a:srgbClr val="D9DED8"/>
                </a:solidFill>
              </a:defRPr>
            </a:lvl2pPr>
            <a:lvl3pPr>
              <a:defRPr sz="675" b="0" i="0">
                <a:solidFill>
                  <a:srgbClr val="D9DED8"/>
                </a:solidFill>
              </a:defRPr>
            </a:lvl3pPr>
            <a:lvl4pPr>
              <a:defRPr sz="675" b="0" i="0">
                <a:solidFill>
                  <a:srgbClr val="D9DED8"/>
                </a:solidFill>
              </a:defRPr>
            </a:lvl4pPr>
            <a:lvl5pPr>
              <a:defRPr sz="675" b="0" i="0">
                <a:solidFill>
                  <a:srgbClr val="D9DED8"/>
                </a:solidFill>
              </a:defRPr>
            </a:lvl5pPr>
            <a:lvl6pPr>
              <a:defRPr sz="675" b="0" i="0">
                <a:solidFill>
                  <a:srgbClr val="D9DED8"/>
                </a:solidFill>
              </a:defRPr>
            </a:lvl6pPr>
            <a:lvl7pPr>
              <a:defRPr sz="675" b="0" i="0">
                <a:solidFill>
                  <a:srgbClr val="D9DED8"/>
                </a:solidFill>
              </a:defRPr>
            </a:lvl7pPr>
            <a:lvl8pPr>
              <a:defRPr sz="675" b="0" i="0">
                <a:solidFill>
                  <a:srgbClr val="D9DED8"/>
                </a:solidFill>
              </a:defRPr>
            </a:lvl8pPr>
            <a:lvl9pPr>
              <a:defRPr sz="675" b="0" i="0">
                <a:solidFill>
                  <a:srgbClr val="D9DED8"/>
                </a:solidFill>
              </a:defRPr>
            </a:lvl9pPr>
          </a:lstStyle>
          <a:p xmlns:a="http://schemas.openxmlformats.org/drawingml/2006/main">
            <a:pPr>
              <a:defRPr sz="675" b="0" i="0">
                <a:solidFill>
                  <a:srgbClr val="D9DED8"/>
                </a:solidFill>
              </a:defRPr>
            </a:pPr>
            <a:r>
              <a:rPr sz="675" b="0" i="0">
                <a:solidFill>
                  <a:srgbClr val="D9DED8"/>
                </a:solidFill>
              </a:rPr>
              <a:t>Иллюстрациялық фото</a:t>
            </a:r>
          </a:p>
        </p:txBody>
      </p:sp>
    </p:spTree>
    <p:extLst>
      <p:ext uri="{BB962C8B-B14F-4D97-AF65-F5344CB8AC3E}">
        <p14:creationId xmlns:p14="http://schemas.microsoft.com/office/powerpoint/2010/main" val="235323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904CA-3625-4026-ACE6-61E29065D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ba5d2639e4376"/>
          <a:srcRect xmlns:a="http://schemas.openxmlformats.org/drawingml/2006/main" l="23981" t="0" r="23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3530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868F7-9844-4F6C-B269-68196848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53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61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DAB06-45B9-44B4-B841-4567071E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FFFFFF"/>
                </a:solidFill>
              </a:defRPr>
            </a:defPPr>
            <a:lvl1pPr>
              <a:defRPr sz="2175" b="1" i="0">
                <a:solidFill>
                  <a:srgbClr val="FFFFFF"/>
                </a:solidFill>
              </a:defRPr>
            </a:lvl1pPr>
            <a:lvl2pPr>
              <a:defRPr sz="2175" b="1" i="0">
                <a:solidFill>
                  <a:srgbClr val="FFFFFF"/>
                </a:solidFill>
              </a:defRPr>
            </a:lvl2pPr>
            <a:lvl3pPr>
              <a:defRPr sz="2175" b="1" i="0">
                <a:solidFill>
                  <a:srgbClr val="FFFFFF"/>
                </a:solidFill>
              </a:defRPr>
            </a:lvl3pPr>
            <a:lvl4pPr>
              <a:defRPr sz="2175" b="1" i="0">
                <a:solidFill>
                  <a:srgbClr val="FFFFFF"/>
                </a:solidFill>
              </a:defRPr>
            </a:lvl4pPr>
            <a:lvl5pPr>
              <a:defRPr sz="2175" b="1" i="0">
                <a:solidFill>
                  <a:srgbClr val="FFFFFF"/>
                </a:solidFill>
              </a:defRPr>
            </a:lvl5pPr>
            <a:lvl6pPr>
              <a:defRPr sz="2175" b="1" i="0">
                <a:solidFill>
                  <a:srgbClr val="FFFFFF"/>
                </a:solidFill>
              </a:defRPr>
            </a:lvl6pPr>
            <a:lvl7pPr>
              <a:defRPr sz="2175" b="1" i="0">
                <a:solidFill>
                  <a:srgbClr val="FFFFFF"/>
                </a:solidFill>
              </a:defRPr>
            </a:lvl7pPr>
            <a:lvl8pPr>
              <a:defRPr sz="2175" b="1" i="0">
                <a:solidFill>
                  <a:srgbClr val="FFFFFF"/>
                </a:solidFill>
              </a:defRPr>
            </a:lvl8pPr>
            <a:lvl9pPr>
              <a:defRPr sz="21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DD57F-D244-4CCC-8560-26574ABD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EF1A4-3D11-497E-AE8B-69D00ECD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4D53E-10B7-4CA0-8083-8941C3FE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81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EC4E9A"/>
                </a:solidFill>
              </a:defRPr>
            </a:defPPr>
            <a:lvl1pPr>
              <a:defRPr sz="975" b="1" i="0">
                <a:solidFill>
                  <a:srgbClr val="EC4E9A"/>
                </a:solidFill>
              </a:defRPr>
            </a:lvl1pPr>
            <a:lvl2pPr>
              <a:defRPr sz="975" b="1" i="0">
                <a:solidFill>
                  <a:srgbClr val="EC4E9A"/>
                </a:solidFill>
              </a:defRPr>
            </a:lvl2pPr>
            <a:lvl3pPr>
              <a:defRPr sz="975" b="1" i="0">
                <a:solidFill>
                  <a:srgbClr val="EC4E9A"/>
                </a:solidFill>
              </a:defRPr>
            </a:lvl3pPr>
            <a:lvl4pPr>
              <a:defRPr sz="975" b="1" i="0">
                <a:solidFill>
                  <a:srgbClr val="EC4E9A"/>
                </a:solidFill>
              </a:defRPr>
            </a:lvl4pPr>
            <a:lvl5pPr>
              <a:defRPr sz="975" b="1" i="0">
                <a:solidFill>
                  <a:srgbClr val="EC4E9A"/>
                </a:solidFill>
              </a:defRPr>
            </a:lvl5pPr>
            <a:lvl6pPr>
              <a:defRPr sz="975" b="1" i="0">
                <a:solidFill>
                  <a:srgbClr val="EC4E9A"/>
                </a:solidFill>
              </a:defRPr>
            </a:lvl6pPr>
            <a:lvl7pPr>
              <a:defRPr sz="975" b="1" i="0">
                <a:solidFill>
                  <a:srgbClr val="EC4E9A"/>
                </a:solidFill>
              </a:defRPr>
            </a:lvl7pPr>
            <a:lvl8pPr>
              <a:defRPr sz="975" b="1" i="0">
                <a:solidFill>
                  <a:srgbClr val="EC4E9A"/>
                </a:solidFill>
              </a:defRPr>
            </a:lvl8pPr>
            <a:lvl9pPr>
              <a:defRPr sz="97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EC4E9A"/>
                </a:solidFill>
              </a:defRPr>
            </a:pPr>
            <a:r>
              <a:rPr sz="975" b="1" i="0">
                <a:solidFill>
                  <a:srgbClr val="EC4E9A"/>
                </a:solidFill>
              </a:rPr>
              <a:t>МӘСЕЛЕ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831A9-9717-4E45-BF53-5053DAED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62050"/>
            <a:ext cx="533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 i="0">
                <a:solidFill>
                  <a:srgbClr val="102B27"/>
                </a:solidFill>
              </a:defRPr>
            </a:defPPr>
            <a:lvl1pPr>
              <a:defRPr sz="3300" b="1" i="0">
                <a:solidFill>
                  <a:srgbClr val="102B27"/>
                </a:solidFill>
              </a:defRPr>
            </a:lvl1pPr>
            <a:lvl2pPr>
              <a:defRPr sz="3300" b="1" i="0">
                <a:solidFill>
                  <a:srgbClr val="102B27"/>
                </a:solidFill>
              </a:defRPr>
            </a:lvl2pPr>
            <a:lvl3pPr>
              <a:defRPr sz="3300" b="1" i="0">
                <a:solidFill>
                  <a:srgbClr val="102B27"/>
                </a:solidFill>
              </a:defRPr>
            </a:lvl3pPr>
            <a:lvl4pPr>
              <a:defRPr sz="3300" b="1" i="0">
                <a:solidFill>
                  <a:srgbClr val="102B27"/>
                </a:solidFill>
              </a:defRPr>
            </a:lvl4pPr>
            <a:lvl5pPr>
              <a:defRPr sz="3300" b="1" i="0">
                <a:solidFill>
                  <a:srgbClr val="102B27"/>
                </a:solidFill>
              </a:defRPr>
            </a:lvl5pPr>
            <a:lvl6pPr>
              <a:defRPr sz="3300" b="1" i="0">
                <a:solidFill>
                  <a:srgbClr val="102B27"/>
                </a:solidFill>
              </a:defRPr>
            </a:lvl6pPr>
            <a:lvl7pPr>
              <a:defRPr sz="3300" b="1" i="0">
                <a:solidFill>
                  <a:srgbClr val="102B27"/>
                </a:solidFill>
              </a:defRPr>
            </a:lvl7pPr>
            <a:lvl8pPr>
              <a:defRPr sz="3300" b="1" i="0">
                <a:solidFill>
                  <a:srgbClr val="102B27"/>
                </a:solidFill>
              </a:defRPr>
            </a:lvl8pPr>
            <a:lvl9pPr>
              <a:defRPr sz="33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3300" b="1" i="0">
                <a:solidFill>
                  <a:srgbClr val="102B27"/>
                </a:solidFill>
              </a:defRPr>
            </a:pPr>
            <a:r>
              <a:rPr sz="3300" b="1" i="0">
                <a:solidFill>
                  <a:srgbClr val="102B27"/>
                </a:solidFill>
              </a:rPr>
              <a:t>Кәсіпкерде дерек бар.</a:t>
            </a:r>
          </a:p>
          <a:p xmlns:a="http://schemas.openxmlformats.org/drawingml/2006/main">
            <a:pPr>
              <a:defRPr sz="3300" b="1" i="0">
                <a:solidFill>
                  <a:srgbClr val="102B27"/>
                </a:solidFill>
              </a:defRPr>
            </a:pPr>
            <a:r>
              <a:rPr sz="3300" b="1" i="0">
                <a:solidFill>
                  <a:srgbClr val="102B27"/>
                </a:solidFill>
              </a:rPr>
              <a:t>Шешім кеш келеді.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F3ACC-2DBD-4770-9BC3-3A3C7656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28900"/>
            <a:ext cx="519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 i="0">
                <a:solidFill>
                  <a:srgbClr val="102B27"/>
                </a:solidFill>
              </a:defRPr>
            </a:defPPr>
            <a:lvl1pPr>
              <a:defRPr sz="1800" b="0" i="0">
                <a:solidFill>
                  <a:srgbClr val="102B27"/>
                </a:solidFill>
              </a:defRPr>
            </a:lvl1pPr>
            <a:lvl2pPr>
              <a:defRPr sz="1800" b="0" i="0">
                <a:solidFill>
                  <a:srgbClr val="102B27"/>
                </a:solidFill>
              </a:defRPr>
            </a:lvl2pPr>
            <a:lvl3pPr>
              <a:defRPr sz="1800" b="0" i="0">
                <a:solidFill>
                  <a:srgbClr val="102B27"/>
                </a:solidFill>
              </a:defRPr>
            </a:lvl3pPr>
            <a:lvl4pPr>
              <a:defRPr sz="1800" b="0" i="0">
                <a:solidFill>
                  <a:srgbClr val="102B27"/>
                </a:solidFill>
              </a:defRPr>
            </a:lvl4pPr>
            <a:lvl5pPr>
              <a:defRPr sz="1800" b="0" i="0">
                <a:solidFill>
                  <a:srgbClr val="102B27"/>
                </a:solidFill>
              </a:defRPr>
            </a:lvl5pPr>
            <a:lvl6pPr>
              <a:defRPr sz="1800" b="0" i="0">
                <a:solidFill>
                  <a:srgbClr val="102B27"/>
                </a:solidFill>
              </a:defRPr>
            </a:lvl6pPr>
            <a:lvl7pPr>
              <a:defRPr sz="1800" b="0" i="0">
                <a:solidFill>
                  <a:srgbClr val="102B27"/>
                </a:solidFill>
              </a:defRPr>
            </a:lvl7pPr>
            <a:lvl8pPr>
              <a:defRPr sz="1800" b="0" i="0">
                <a:solidFill>
                  <a:srgbClr val="102B27"/>
                </a:solidFill>
              </a:defRPr>
            </a:lvl8pPr>
            <a:lvl9pPr>
              <a:defRPr sz="1800" b="0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800" b="0" i="0">
                <a:solidFill>
                  <a:srgbClr val="102B27"/>
                </a:solidFill>
              </a:defRPr>
            </a:pPr>
            <a:r>
              <a:rPr sz="1800" b="0" i="0">
                <a:solidFill>
                  <a:srgbClr val="102B27"/>
                </a:solidFill>
              </a:rPr>
              <a:t>Сату, шығын және күнделікті жұмыс әр жерде сақталады.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24CD0-C5EB-47F9-9130-C0625DFF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48050"/>
            <a:ext cx="519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 i="0">
                <a:solidFill>
                  <a:srgbClr val="102B27"/>
                </a:solidFill>
              </a:defRPr>
            </a:defPPr>
            <a:lvl1pPr>
              <a:defRPr sz="1800" b="0" i="0">
                <a:solidFill>
                  <a:srgbClr val="102B27"/>
                </a:solidFill>
              </a:defRPr>
            </a:lvl1pPr>
            <a:lvl2pPr>
              <a:defRPr sz="1800" b="0" i="0">
                <a:solidFill>
                  <a:srgbClr val="102B27"/>
                </a:solidFill>
              </a:defRPr>
            </a:lvl2pPr>
            <a:lvl3pPr>
              <a:defRPr sz="1800" b="0" i="0">
                <a:solidFill>
                  <a:srgbClr val="102B27"/>
                </a:solidFill>
              </a:defRPr>
            </a:lvl3pPr>
            <a:lvl4pPr>
              <a:defRPr sz="1800" b="0" i="0">
                <a:solidFill>
                  <a:srgbClr val="102B27"/>
                </a:solidFill>
              </a:defRPr>
            </a:lvl4pPr>
            <a:lvl5pPr>
              <a:defRPr sz="1800" b="0" i="0">
                <a:solidFill>
                  <a:srgbClr val="102B27"/>
                </a:solidFill>
              </a:defRPr>
            </a:lvl5pPr>
            <a:lvl6pPr>
              <a:defRPr sz="1800" b="0" i="0">
                <a:solidFill>
                  <a:srgbClr val="102B27"/>
                </a:solidFill>
              </a:defRPr>
            </a:lvl6pPr>
            <a:lvl7pPr>
              <a:defRPr sz="1800" b="0" i="0">
                <a:solidFill>
                  <a:srgbClr val="102B27"/>
                </a:solidFill>
              </a:defRPr>
            </a:lvl7pPr>
            <a:lvl8pPr>
              <a:defRPr sz="1800" b="0" i="0">
                <a:solidFill>
                  <a:srgbClr val="102B27"/>
                </a:solidFill>
              </a:defRPr>
            </a:lvl8pPr>
            <a:lvl9pPr>
              <a:defRPr sz="1800" b="0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800" b="0" i="0">
                <a:solidFill>
                  <a:srgbClr val="102B27"/>
                </a:solidFill>
              </a:defRPr>
            </a:pPr>
            <a:r>
              <a:rPr sz="1800" b="0" i="0">
                <a:solidFill>
                  <a:srgbClr val="102B27"/>
                </a:solidFill>
              </a:rPr>
              <a:t>Сондықтан табыс мүмкіндігі кеш көрініп, AI идеясы нақты пилотқа айналмай қалады.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4094B-59CF-4F81-A780-C79D081E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19650"/>
            <a:ext cx="1562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7F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83935-715A-447A-B7F7-8F01B7A1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006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02B27"/>
                </a:solidFill>
              </a:defRPr>
            </a:defPPr>
            <a:lvl1pPr>
              <a:defRPr sz="1200" b="1" i="0">
                <a:solidFill>
                  <a:srgbClr val="102B27"/>
                </a:solidFill>
              </a:defRPr>
            </a:lvl1pPr>
            <a:lvl2pPr>
              <a:defRPr sz="1200" b="1" i="0">
                <a:solidFill>
                  <a:srgbClr val="102B27"/>
                </a:solidFill>
              </a:defRPr>
            </a:lvl2pPr>
            <a:lvl3pPr>
              <a:defRPr sz="1200" b="1" i="0">
                <a:solidFill>
                  <a:srgbClr val="102B27"/>
                </a:solidFill>
              </a:defRPr>
            </a:lvl3pPr>
            <a:lvl4pPr>
              <a:defRPr sz="1200" b="1" i="0">
                <a:solidFill>
                  <a:srgbClr val="102B27"/>
                </a:solidFill>
              </a:defRPr>
            </a:lvl4pPr>
            <a:lvl5pPr>
              <a:defRPr sz="1200" b="1" i="0">
                <a:solidFill>
                  <a:srgbClr val="102B27"/>
                </a:solidFill>
              </a:defRPr>
            </a:lvl5pPr>
            <a:lvl6pPr>
              <a:defRPr sz="1200" b="1" i="0">
                <a:solidFill>
                  <a:srgbClr val="102B27"/>
                </a:solidFill>
              </a:defRPr>
            </a:lvl6pPr>
            <a:lvl7pPr>
              <a:defRPr sz="1200" b="1" i="0">
                <a:solidFill>
                  <a:srgbClr val="102B27"/>
                </a:solidFill>
              </a:defRPr>
            </a:lvl7pPr>
            <a:lvl8pPr>
              <a:defRPr sz="1200" b="1" i="0">
                <a:solidFill>
                  <a:srgbClr val="102B27"/>
                </a:solidFill>
              </a:defRPr>
            </a:lvl8pPr>
            <a:lvl9pPr>
              <a:defRPr sz="12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102B27"/>
                </a:solidFill>
              </a:defRPr>
            </a:pPr>
            <a:r>
              <a:rPr sz="1200" b="1" i="0">
                <a:solidFill>
                  <a:srgbClr val="102B27"/>
                </a:solidFill>
              </a:rPr>
              <a:t>ТАБЫС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748BB-E7CB-40F3-81E1-87A6B893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19650"/>
            <a:ext cx="1562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43D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ACCF7-AFB9-460E-89F2-355CDF61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006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02B27"/>
                </a:solidFill>
              </a:defRPr>
            </a:defPPr>
            <a:lvl1pPr>
              <a:defRPr sz="1200" b="1" i="0">
                <a:solidFill>
                  <a:srgbClr val="102B27"/>
                </a:solidFill>
              </a:defRPr>
            </a:lvl1pPr>
            <a:lvl2pPr>
              <a:defRPr sz="1200" b="1" i="0">
                <a:solidFill>
                  <a:srgbClr val="102B27"/>
                </a:solidFill>
              </a:defRPr>
            </a:lvl2pPr>
            <a:lvl3pPr>
              <a:defRPr sz="1200" b="1" i="0">
                <a:solidFill>
                  <a:srgbClr val="102B27"/>
                </a:solidFill>
              </a:defRPr>
            </a:lvl3pPr>
            <a:lvl4pPr>
              <a:defRPr sz="1200" b="1" i="0">
                <a:solidFill>
                  <a:srgbClr val="102B27"/>
                </a:solidFill>
              </a:defRPr>
            </a:lvl4pPr>
            <a:lvl5pPr>
              <a:defRPr sz="1200" b="1" i="0">
                <a:solidFill>
                  <a:srgbClr val="102B27"/>
                </a:solidFill>
              </a:defRPr>
            </a:lvl5pPr>
            <a:lvl6pPr>
              <a:defRPr sz="1200" b="1" i="0">
                <a:solidFill>
                  <a:srgbClr val="102B27"/>
                </a:solidFill>
              </a:defRPr>
            </a:lvl6pPr>
            <a:lvl7pPr>
              <a:defRPr sz="1200" b="1" i="0">
                <a:solidFill>
                  <a:srgbClr val="102B27"/>
                </a:solidFill>
              </a:defRPr>
            </a:lvl7pPr>
            <a:lvl8pPr>
              <a:defRPr sz="1200" b="1" i="0">
                <a:solidFill>
                  <a:srgbClr val="102B27"/>
                </a:solidFill>
              </a:defRPr>
            </a:lvl8pPr>
            <a:lvl9pPr>
              <a:defRPr sz="12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102B27"/>
                </a:solidFill>
              </a:defRPr>
            </a:pPr>
            <a:r>
              <a:rPr sz="1200" b="1" i="0">
                <a:solidFill>
                  <a:srgbClr val="102B27"/>
                </a:solidFill>
              </a:rPr>
              <a:t>ШЫҒЫН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97318-2F71-403D-A408-0338DD5C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9650"/>
            <a:ext cx="1562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4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81A5C-D80D-4CA9-A5BA-CF8A34CE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006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02B27"/>
                </a:solidFill>
              </a:defRPr>
            </a:defPPr>
            <a:lvl1pPr>
              <a:defRPr sz="1200" b="1" i="0">
                <a:solidFill>
                  <a:srgbClr val="102B27"/>
                </a:solidFill>
              </a:defRPr>
            </a:lvl1pPr>
            <a:lvl2pPr>
              <a:defRPr sz="1200" b="1" i="0">
                <a:solidFill>
                  <a:srgbClr val="102B27"/>
                </a:solidFill>
              </a:defRPr>
            </a:lvl2pPr>
            <a:lvl3pPr>
              <a:defRPr sz="1200" b="1" i="0">
                <a:solidFill>
                  <a:srgbClr val="102B27"/>
                </a:solidFill>
              </a:defRPr>
            </a:lvl3pPr>
            <a:lvl4pPr>
              <a:defRPr sz="1200" b="1" i="0">
                <a:solidFill>
                  <a:srgbClr val="102B27"/>
                </a:solidFill>
              </a:defRPr>
            </a:lvl4pPr>
            <a:lvl5pPr>
              <a:defRPr sz="1200" b="1" i="0">
                <a:solidFill>
                  <a:srgbClr val="102B27"/>
                </a:solidFill>
              </a:defRPr>
            </a:lvl5pPr>
            <a:lvl6pPr>
              <a:defRPr sz="1200" b="1" i="0">
                <a:solidFill>
                  <a:srgbClr val="102B27"/>
                </a:solidFill>
              </a:defRPr>
            </a:lvl6pPr>
            <a:lvl7pPr>
              <a:defRPr sz="1200" b="1" i="0">
                <a:solidFill>
                  <a:srgbClr val="102B27"/>
                </a:solidFill>
              </a:defRPr>
            </a:lvl7pPr>
            <a:lvl8pPr>
              <a:defRPr sz="1200" b="1" i="0">
                <a:solidFill>
                  <a:srgbClr val="102B27"/>
                </a:solidFill>
              </a:defRPr>
            </a:lvl8pPr>
            <a:lvl9pPr>
              <a:defRPr sz="12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102B27"/>
                </a:solidFill>
              </a:defRPr>
            </a:pPr>
            <a:r>
              <a:rPr sz="1200" b="1" i="0">
                <a:solidFill>
                  <a:srgbClr val="102B27"/>
                </a:solidFill>
              </a:rPr>
              <a:t>УАҚЫТ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4AA82-93AB-448F-AC9A-A81B9E4A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912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68776E"/>
                </a:solidFill>
              </a:defRPr>
            </a:defPPr>
            <a:lvl1pPr>
              <a:defRPr sz="1350" b="1" i="0">
                <a:solidFill>
                  <a:srgbClr val="68776E"/>
                </a:solidFill>
              </a:defRPr>
            </a:lvl1pPr>
            <a:lvl2pPr>
              <a:defRPr sz="1350" b="1" i="0">
                <a:solidFill>
                  <a:srgbClr val="68776E"/>
                </a:solidFill>
              </a:defRPr>
            </a:lvl2pPr>
            <a:lvl3pPr>
              <a:defRPr sz="1350" b="1" i="0">
                <a:solidFill>
                  <a:srgbClr val="68776E"/>
                </a:solidFill>
              </a:defRPr>
            </a:lvl3pPr>
            <a:lvl4pPr>
              <a:defRPr sz="1350" b="1" i="0">
                <a:solidFill>
                  <a:srgbClr val="68776E"/>
                </a:solidFill>
              </a:defRPr>
            </a:lvl4pPr>
            <a:lvl5pPr>
              <a:defRPr sz="1350" b="1" i="0">
                <a:solidFill>
                  <a:srgbClr val="68776E"/>
                </a:solidFill>
              </a:defRPr>
            </a:lvl5pPr>
            <a:lvl6pPr>
              <a:defRPr sz="1350" b="1" i="0">
                <a:solidFill>
                  <a:srgbClr val="68776E"/>
                </a:solidFill>
              </a:defRPr>
            </a:lvl6pPr>
            <a:lvl7pPr>
              <a:defRPr sz="1350" b="1" i="0">
                <a:solidFill>
                  <a:srgbClr val="68776E"/>
                </a:solidFill>
              </a:defRPr>
            </a:lvl7pPr>
            <a:lvl8pPr>
              <a:defRPr sz="1350" b="1" i="0">
                <a:solidFill>
                  <a:srgbClr val="68776E"/>
                </a:solidFill>
              </a:defRPr>
            </a:lvl8pPr>
            <a:lvl9pPr>
              <a:defRPr sz="135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68776E"/>
                </a:solidFill>
              </a:defRPr>
            </a:pPr>
            <a:r>
              <a:rPr sz="1350" b="1" i="0">
                <a:solidFill>
                  <a:srgbClr val="68776E"/>
                </a:solidFill>
              </a:rPr>
              <a:t>Үшеуі де өлшенбесе, шешім болжам болып қалады.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B2C4E-0399-455C-803E-99C77B58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341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 i="0">
                <a:solidFill>
                  <a:srgbClr val="E5EAE6"/>
                </a:solidFill>
              </a:defRPr>
            </a:defPPr>
            <a:lvl1pPr>
              <a:defRPr sz="675" b="0" i="0">
                <a:solidFill>
                  <a:srgbClr val="E5EAE6"/>
                </a:solidFill>
              </a:defRPr>
            </a:lvl1pPr>
            <a:lvl2pPr>
              <a:defRPr sz="675" b="0" i="0">
                <a:solidFill>
                  <a:srgbClr val="E5EAE6"/>
                </a:solidFill>
              </a:defRPr>
            </a:lvl2pPr>
            <a:lvl3pPr>
              <a:defRPr sz="675" b="0" i="0">
                <a:solidFill>
                  <a:srgbClr val="E5EAE6"/>
                </a:solidFill>
              </a:defRPr>
            </a:lvl3pPr>
            <a:lvl4pPr>
              <a:defRPr sz="675" b="0" i="0">
                <a:solidFill>
                  <a:srgbClr val="E5EAE6"/>
                </a:solidFill>
              </a:defRPr>
            </a:lvl4pPr>
            <a:lvl5pPr>
              <a:defRPr sz="675" b="0" i="0">
                <a:solidFill>
                  <a:srgbClr val="E5EAE6"/>
                </a:solidFill>
              </a:defRPr>
            </a:lvl5pPr>
            <a:lvl6pPr>
              <a:defRPr sz="675" b="0" i="0">
                <a:solidFill>
                  <a:srgbClr val="E5EAE6"/>
                </a:solidFill>
              </a:defRPr>
            </a:lvl6pPr>
            <a:lvl7pPr>
              <a:defRPr sz="675" b="0" i="0">
                <a:solidFill>
                  <a:srgbClr val="E5EAE6"/>
                </a:solidFill>
              </a:defRPr>
            </a:lvl7pPr>
            <a:lvl8pPr>
              <a:defRPr sz="675" b="0" i="0">
                <a:solidFill>
                  <a:srgbClr val="E5EAE6"/>
                </a:solidFill>
              </a:defRPr>
            </a:lvl8pPr>
            <a:lvl9pPr>
              <a:defRPr sz="675" b="0" i="0">
                <a:solidFill>
                  <a:srgbClr val="E5EAE6"/>
                </a:solidFill>
              </a:defRPr>
            </a:lvl9pPr>
          </a:lstStyle>
          <a:p xmlns:a="http://schemas.openxmlformats.org/drawingml/2006/main">
            <a:pPr>
              <a:defRPr sz="675" b="0" i="0">
                <a:solidFill>
                  <a:srgbClr val="E5EAE6"/>
                </a:solidFill>
              </a:defRPr>
            </a:pPr>
            <a:r>
              <a:rPr sz="675" b="0" i="0">
                <a:solidFill>
                  <a:srgbClr val="E5EAE6"/>
                </a:solidFill>
              </a:rPr>
              <a:t>Иллюстрациялық фото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77383-8D35-4022-800C-4961C619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68776E"/>
                </a:solidFill>
              </a:defRPr>
            </a:defPPr>
            <a:lvl1pPr>
              <a:defRPr sz="900" b="1" i="0">
                <a:solidFill>
                  <a:srgbClr val="68776E"/>
                </a:solidFill>
              </a:defRPr>
            </a:lvl1pPr>
            <a:lvl2pPr>
              <a:defRPr sz="900" b="1" i="0">
                <a:solidFill>
                  <a:srgbClr val="68776E"/>
                </a:solidFill>
              </a:defRPr>
            </a:lvl2pPr>
            <a:lvl3pPr>
              <a:defRPr sz="900" b="1" i="0">
                <a:solidFill>
                  <a:srgbClr val="68776E"/>
                </a:solidFill>
              </a:defRPr>
            </a:lvl3pPr>
            <a:lvl4pPr>
              <a:defRPr sz="900" b="1" i="0">
                <a:solidFill>
                  <a:srgbClr val="68776E"/>
                </a:solidFill>
              </a:defRPr>
            </a:lvl4pPr>
            <a:lvl5pPr>
              <a:defRPr sz="900" b="1" i="0">
                <a:solidFill>
                  <a:srgbClr val="68776E"/>
                </a:solidFill>
              </a:defRPr>
            </a:lvl5pPr>
            <a:lvl6pPr>
              <a:defRPr sz="900" b="1" i="0">
                <a:solidFill>
                  <a:srgbClr val="68776E"/>
                </a:solidFill>
              </a:defRPr>
            </a:lvl6pPr>
            <a:lvl7pPr>
              <a:defRPr sz="900" b="1" i="0">
                <a:solidFill>
                  <a:srgbClr val="68776E"/>
                </a:solidFill>
              </a:defRPr>
            </a:lvl7pPr>
            <a:lvl8pPr>
              <a:defRPr sz="900" b="1" i="0">
                <a:solidFill>
                  <a:srgbClr val="68776E"/>
                </a:solidFill>
              </a:defRPr>
            </a:lvl8pPr>
            <a:lvl9pPr>
              <a:defRPr sz="90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68776E"/>
                </a:solidFill>
              </a:defRPr>
            </a:pPr>
            <a:r>
              <a:rPr sz="900" b="1" i="0">
                <a:solidFill>
                  <a:srgbClr val="68776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7667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6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46A1C-FA24-47E2-AD44-8EF85B74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FFFFFF"/>
                </a:solidFill>
              </a:defRPr>
            </a:defPPr>
            <a:lvl1pPr>
              <a:defRPr sz="2175" b="1" i="0">
                <a:solidFill>
                  <a:srgbClr val="FFFFFF"/>
                </a:solidFill>
              </a:defRPr>
            </a:lvl1pPr>
            <a:lvl2pPr>
              <a:defRPr sz="2175" b="1" i="0">
                <a:solidFill>
                  <a:srgbClr val="FFFFFF"/>
                </a:solidFill>
              </a:defRPr>
            </a:lvl2pPr>
            <a:lvl3pPr>
              <a:defRPr sz="2175" b="1" i="0">
                <a:solidFill>
                  <a:srgbClr val="FFFFFF"/>
                </a:solidFill>
              </a:defRPr>
            </a:lvl3pPr>
            <a:lvl4pPr>
              <a:defRPr sz="2175" b="1" i="0">
                <a:solidFill>
                  <a:srgbClr val="FFFFFF"/>
                </a:solidFill>
              </a:defRPr>
            </a:lvl4pPr>
            <a:lvl5pPr>
              <a:defRPr sz="2175" b="1" i="0">
                <a:solidFill>
                  <a:srgbClr val="FFFFFF"/>
                </a:solidFill>
              </a:defRPr>
            </a:lvl5pPr>
            <a:lvl6pPr>
              <a:defRPr sz="2175" b="1" i="0">
                <a:solidFill>
                  <a:srgbClr val="FFFFFF"/>
                </a:solidFill>
              </a:defRPr>
            </a:lvl6pPr>
            <a:lvl7pPr>
              <a:defRPr sz="2175" b="1" i="0">
                <a:solidFill>
                  <a:srgbClr val="FFFFFF"/>
                </a:solidFill>
              </a:defRPr>
            </a:lvl7pPr>
            <a:lvl8pPr>
              <a:defRPr sz="2175" b="1" i="0">
                <a:solidFill>
                  <a:srgbClr val="FFFFFF"/>
                </a:solidFill>
              </a:defRPr>
            </a:lvl8pPr>
            <a:lvl9pPr>
              <a:defRPr sz="21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16D73-C55B-4B59-9D4F-984A112C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9C16E-B018-49FE-A5D2-7BDEB82E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112BE-CA34-46B9-A9F2-A1DB6AD4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C7F45A"/>
                </a:solidFill>
              </a:defRPr>
            </a:defPPr>
            <a:lvl1pPr>
              <a:defRPr sz="975" b="1" i="0">
                <a:solidFill>
                  <a:srgbClr val="C7F45A"/>
                </a:solidFill>
              </a:defRPr>
            </a:lvl1pPr>
            <a:lvl2pPr>
              <a:defRPr sz="975" b="1" i="0">
                <a:solidFill>
                  <a:srgbClr val="C7F45A"/>
                </a:solidFill>
              </a:defRPr>
            </a:lvl2pPr>
            <a:lvl3pPr>
              <a:defRPr sz="975" b="1" i="0">
                <a:solidFill>
                  <a:srgbClr val="C7F45A"/>
                </a:solidFill>
              </a:defRPr>
            </a:lvl3pPr>
            <a:lvl4pPr>
              <a:defRPr sz="975" b="1" i="0">
                <a:solidFill>
                  <a:srgbClr val="C7F45A"/>
                </a:solidFill>
              </a:defRPr>
            </a:lvl4pPr>
            <a:lvl5pPr>
              <a:defRPr sz="975" b="1" i="0">
                <a:solidFill>
                  <a:srgbClr val="C7F45A"/>
                </a:solidFill>
              </a:defRPr>
            </a:lvl5pPr>
            <a:lvl6pPr>
              <a:defRPr sz="975" b="1" i="0">
                <a:solidFill>
                  <a:srgbClr val="C7F45A"/>
                </a:solidFill>
              </a:defRPr>
            </a:lvl6pPr>
            <a:lvl7pPr>
              <a:defRPr sz="975" b="1" i="0">
                <a:solidFill>
                  <a:srgbClr val="C7F45A"/>
                </a:solidFill>
              </a:defRPr>
            </a:lvl7pPr>
            <a:lvl8pPr>
              <a:defRPr sz="975" b="1" i="0">
                <a:solidFill>
                  <a:srgbClr val="C7F45A"/>
                </a:solidFill>
              </a:defRPr>
            </a:lvl8pPr>
            <a:lvl9pPr>
              <a:defRPr sz="97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C7F45A"/>
                </a:solidFill>
              </a:defRPr>
            </a:pPr>
            <a:r>
              <a:rPr sz="975" b="1" i="0">
                <a:solidFill>
                  <a:srgbClr val="C7F45A"/>
                </a:solidFill>
              </a:rPr>
              <a:t>ШЕШІМ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5451A-2EC4-43F5-BA73-CCC775F8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 i="0">
                <a:solidFill>
                  <a:srgbClr val="FFFFFF"/>
                </a:solidFill>
              </a:defRPr>
            </a:defPPr>
            <a:lvl1pPr>
              <a:defRPr sz="3300" b="1" i="0">
                <a:solidFill>
                  <a:srgbClr val="FFFFFF"/>
                </a:solidFill>
              </a:defRPr>
            </a:lvl1pPr>
            <a:lvl2pPr>
              <a:defRPr sz="3300" b="1" i="0">
                <a:solidFill>
                  <a:srgbClr val="FFFFFF"/>
                </a:solidFill>
              </a:defRPr>
            </a:lvl2pPr>
            <a:lvl3pPr>
              <a:defRPr sz="3300" b="1" i="0">
                <a:solidFill>
                  <a:srgbClr val="FFFFFF"/>
                </a:solidFill>
              </a:defRPr>
            </a:lvl3pPr>
            <a:lvl4pPr>
              <a:defRPr sz="3300" b="1" i="0">
                <a:solidFill>
                  <a:srgbClr val="FFFFFF"/>
                </a:solidFill>
              </a:defRPr>
            </a:lvl4pPr>
            <a:lvl5pPr>
              <a:defRPr sz="3300" b="1" i="0">
                <a:solidFill>
                  <a:srgbClr val="FFFFFF"/>
                </a:solidFill>
              </a:defRPr>
            </a:lvl5pPr>
            <a:lvl6pPr>
              <a:defRPr sz="3300" b="1" i="0">
                <a:solidFill>
                  <a:srgbClr val="FFFFFF"/>
                </a:solidFill>
              </a:defRPr>
            </a:lvl6pPr>
            <a:lvl7pPr>
              <a:defRPr sz="3300" b="1" i="0">
                <a:solidFill>
                  <a:srgbClr val="FFFFFF"/>
                </a:solidFill>
              </a:defRPr>
            </a:lvl7pPr>
            <a:lvl8pPr>
              <a:defRPr sz="3300" b="1" i="0">
                <a:solidFill>
                  <a:srgbClr val="FFFFFF"/>
                </a:solidFill>
              </a:defRPr>
            </a:lvl8pPr>
            <a:lvl9pPr>
              <a:defRPr sz="33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Біздің идея: мәселені 4 апталық пилотқа айналдыру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0D505-0B71-4678-99D0-405111EB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3D7DF"/>
                </a:solidFill>
              </a:defRPr>
            </a:defPPr>
            <a:lvl1pPr>
              <a:defRPr sz="1575" b="1" i="0">
                <a:solidFill>
                  <a:srgbClr val="43D7DF"/>
                </a:solidFill>
              </a:defRPr>
            </a:lvl1pPr>
            <a:lvl2pPr>
              <a:defRPr sz="1575" b="1" i="0">
                <a:solidFill>
                  <a:srgbClr val="43D7DF"/>
                </a:solidFill>
              </a:defRPr>
            </a:lvl2pPr>
            <a:lvl3pPr>
              <a:defRPr sz="1575" b="1" i="0">
                <a:solidFill>
                  <a:srgbClr val="43D7DF"/>
                </a:solidFill>
              </a:defRPr>
            </a:lvl3pPr>
            <a:lvl4pPr>
              <a:defRPr sz="1575" b="1" i="0">
                <a:solidFill>
                  <a:srgbClr val="43D7DF"/>
                </a:solidFill>
              </a:defRPr>
            </a:lvl4pPr>
            <a:lvl5pPr>
              <a:defRPr sz="1575" b="1" i="0">
                <a:solidFill>
                  <a:srgbClr val="43D7DF"/>
                </a:solidFill>
              </a:defRPr>
            </a:lvl5pPr>
            <a:lvl6pPr>
              <a:defRPr sz="1575" b="1" i="0">
                <a:solidFill>
                  <a:srgbClr val="43D7DF"/>
                </a:solidFill>
              </a:defRPr>
            </a:lvl6pPr>
            <a:lvl7pPr>
              <a:defRPr sz="1575" b="1" i="0">
                <a:solidFill>
                  <a:srgbClr val="43D7DF"/>
                </a:solidFill>
              </a:defRPr>
            </a:lvl7pPr>
            <a:lvl8pPr>
              <a:defRPr sz="1575" b="1" i="0">
                <a:solidFill>
                  <a:srgbClr val="43D7DF"/>
                </a:solidFill>
              </a:defRPr>
            </a:lvl8pPr>
            <a:lvl9pPr>
              <a:defRPr sz="157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43D7DF"/>
                </a:solidFill>
              </a:defRPr>
            </a:pPr>
            <a:r>
              <a:rPr sz="1575" b="1" i="0">
                <a:solidFill>
                  <a:srgbClr val="43D7D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72782-985A-4820-950A-9D2171F1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18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C7F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A2075-5A86-4A25-AC83-A9A03F78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FFFFF"/>
                </a:solidFill>
              </a:defRPr>
            </a:defPPr>
            <a:lvl1pPr>
              <a:defRPr sz="2100" b="1" i="0">
                <a:solidFill>
                  <a:srgbClr val="FFFFFF"/>
                </a:solidFill>
              </a:defRPr>
            </a:lvl1pPr>
            <a:lvl2pPr>
              <a:defRPr sz="2100" b="1" i="0">
                <a:solidFill>
                  <a:srgbClr val="FFFFFF"/>
                </a:solidFill>
              </a:defRPr>
            </a:lvl2pPr>
            <a:lvl3pPr>
              <a:defRPr sz="2100" b="1" i="0">
                <a:solidFill>
                  <a:srgbClr val="FFFFFF"/>
                </a:solidFill>
              </a:defRPr>
            </a:lvl3pPr>
            <a:lvl4pPr>
              <a:defRPr sz="2100" b="1" i="0">
                <a:solidFill>
                  <a:srgbClr val="FFFFFF"/>
                </a:solidFill>
              </a:defRPr>
            </a:lvl4pPr>
            <a:lvl5pPr>
              <a:defRPr sz="2100" b="1" i="0">
                <a:solidFill>
                  <a:srgbClr val="FFFFFF"/>
                </a:solidFill>
              </a:defRPr>
            </a:lvl5pPr>
            <a:lvl6pPr>
              <a:defRPr sz="2100" b="1" i="0">
                <a:solidFill>
                  <a:srgbClr val="FFFFFF"/>
                </a:solidFill>
              </a:defRPr>
            </a:lvl6pPr>
            <a:lvl7pPr>
              <a:defRPr sz="2100" b="1" i="0">
                <a:solidFill>
                  <a:srgbClr val="FFFFFF"/>
                </a:solidFill>
              </a:defRPr>
            </a:lvl7pPr>
            <a:lvl8pPr>
              <a:defRPr sz="2100" b="1" i="0">
                <a:solidFill>
                  <a:srgbClr val="FFFFFF"/>
                </a:solidFill>
              </a:defRPr>
            </a:lvl8pPr>
            <a:lvl9pPr>
              <a:defRPr sz="21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Бизнесті түсіну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9E8DD-9C79-480C-B7E5-87CDE02E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5C5C0"/>
                </a:solidFill>
              </a:defRPr>
            </a:defPPr>
            <a:lvl1pPr>
              <a:defRPr sz="1350" b="0" i="0">
                <a:solidFill>
                  <a:srgbClr val="B5C5C0"/>
                </a:solidFill>
              </a:defRPr>
            </a:lvl1pPr>
            <a:lvl2pPr>
              <a:defRPr sz="1350" b="0" i="0">
                <a:solidFill>
                  <a:srgbClr val="B5C5C0"/>
                </a:solidFill>
              </a:defRPr>
            </a:lvl2pPr>
            <a:lvl3pPr>
              <a:defRPr sz="1350" b="0" i="0">
                <a:solidFill>
                  <a:srgbClr val="B5C5C0"/>
                </a:solidFill>
              </a:defRPr>
            </a:lvl3pPr>
            <a:lvl4pPr>
              <a:defRPr sz="1350" b="0" i="0">
                <a:solidFill>
                  <a:srgbClr val="B5C5C0"/>
                </a:solidFill>
              </a:defRPr>
            </a:lvl4pPr>
            <a:lvl5pPr>
              <a:defRPr sz="1350" b="0" i="0">
                <a:solidFill>
                  <a:srgbClr val="B5C5C0"/>
                </a:solidFill>
              </a:defRPr>
            </a:lvl5pPr>
            <a:lvl6pPr>
              <a:defRPr sz="1350" b="0" i="0">
                <a:solidFill>
                  <a:srgbClr val="B5C5C0"/>
                </a:solidFill>
              </a:defRPr>
            </a:lvl6pPr>
            <a:lvl7pPr>
              <a:defRPr sz="1350" b="0" i="0">
                <a:solidFill>
                  <a:srgbClr val="B5C5C0"/>
                </a:solidFill>
              </a:defRPr>
            </a:lvl7pPr>
            <a:lvl8pPr>
              <a:defRPr sz="1350" b="0" i="0">
                <a:solidFill>
                  <a:srgbClr val="B5C5C0"/>
                </a:solidFill>
              </a:defRPr>
            </a:lvl8pPr>
            <a:lvl9pPr>
              <a:defRPr sz="1350" b="0" i="0">
                <a:solidFill>
                  <a:srgbClr val="B5C5C0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B5C5C0"/>
                </a:solidFill>
              </a:defRPr>
            </a:pPr>
            <a:r>
              <a:rPr sz="1350" b="0" i="0">
                <a:solidFill>
                  <a:srgbClr val="B5C5C0"/>
                </a:solidFill>
              </a:rPr>
              <a:t>Сала · мақсат · мәселе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8071A-E3D7-48FE-B6D7-766C3668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3D7DF"/>
                </a:solidFill>
              </a:defRPr>
            </a:defPPr>
            <a:lvl1pPr>
              <a:defRPr sz="1575" b="1" i="0">
                <a:solidFill>
                  <a:srgbClr val="43D7DF"/>
                </a:solidFill>
              </a:defRPr>
            </a:lvl1pPr>
            <a:lvl2pPr>
              <a:defRPr sz="1575" b="1" i="0">
                <a:solidFill>
                  <a:srgbClr val="43D7DF"/>
                </a:solidFill>
              </a:defRPr>
            </a:lvl2pPr>
            <a:lvl3pPr>
              <a:defRPr sz="1575" b="1" i="0">
                <a:solidFill>
                  <a:srgbClr val="43D7DF"/>
                </a:solidFill>
              </a:defRPr>
            </a:lvl3pPr>
            <a:lvl4pPr>
              <a:defRPr sz="1575" b="1" i="0">
                <a:solidFill>
                  <a:srgbClr val="43D7DF"/>
                </a:solidFill>
              </a:defRPr>
            </a:lvl4pPr>
            <a:lvl5pPr>
              <a:defRPr sz="1575" b="1" i="0">
                <a:solidFill>
                  <a:srgbClr val="43D7DF"/>
                </a:solidFill>
              </a:defRPr>
            </a:lvl5pPr>
            <a:lvl6pPr>
              <a:defRPr sz="1575" b="1" i="0">
                <a:solidFill>
                  <a:srgbClr val="43D7DF"/>
                </a:solidFill>
              </a:defRPr>
            </a:lvl6pPr>
            <a:lvl7pPr>
              <a:defRPr sz="1575" b="1" i="0">
                <a:solidFill>
                  <a:srgbClr val="43D7DF"/>
                </a:solidFill>
              </a:defRPr>
            </a:lvl7pPr>
            <a:lvl8pPr>
              <a:defRPr sz="1575" b="1" i="0">
                <a:solidFill>
                  <a:srgbClr val="43D7DF"/>
                </a:solidFill>
              </a:defRPr>
            </a:lvl8pPr>
            <a:lvl9pPr>
              <a:defRPr sz="157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43D7DF"/>
                </a:solidFill>
              </a:defRPr>
            </a:pPr>
            <a:r>
              <a:rPr sz="1575" b="1" i="0">
                <a:solidFill>
                  <a:srgbClr val="43D7D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B6ED3-8FFF-4CEF-ACC6-F854A08D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718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C7F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D426C-AF53-451F-B605-60D8C6DE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43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FFFFF"/>
                </a:solidFill>
              </a:defRPr>
            </a:defPPr>
            <a:lvl1pPr>
              <a:defRPr sz="2100" b="1" i="0">
                <a:solidFill>
                  <a:srgbClr val="FFFFFF"/>
                </a:solidFill>
              </a:defRPr>
            </a:lvl1pPr>
            <a:lvl2pPr>
              <a:defRPr sz="2100" b="1" i="0">
                <a:solidFill>
                  <a:srgbClr val="FFFFFF"/>
                </a:solidFill>
              </a:defRPr>
            </a:lvl2pPr>
            <a:lvl3pPr>
              <a:defRPr sz="2100" b="1" i="0">
                <a:solidFill>
                  <a:srgbClr val="FFFFFF"/>
                </a:solidFill>
              </a:defRPr>
            </a:lvl3pPr>
            <a:lvl4pPr>
              <a:defRPr sz="2100" b="1" i="0">
                <a:solidFill>
                  <a:srgbClr val="FFFFFF"/>
                </a:solidFill>
              </a:defRPr>
            </a:lvl4pPr>
            <a:lvl5pPr>
              <a:defRPr sz="2100" b="1" i="0">
                <a:solidFill>
                  <a:srgbClr val="FFFFFF"/>
                </a:solidFill>
              </a:defRPr>
            </a:lvl5pPr>
            <a:lvl6pPr>
              <a:defRPr sz="2100" b="1" i="0">
                <a:solidFill>
                  <a:srgbClr val="FFFFFF"/>
                </a:solidFill>
              </a:defRPr>
            </a:lvl6pPr>
            <a:lvl7pPr>
              <a:defRPr sz="2100" b="1" i="0">
                <a:solidFill>
                  <a:srgbClr val="FFFFFF"/>
                </a:solidFill>
              </a:defRPr>
            </a:lvl7pPr>
            <a:lvl8pPr>
              <a:defRPr sz="2100" b="1" i="0">
                <a:solidFill>
                  <a:srgbClr val="FFFFFF"/>
                </a:solidFill>
              </a:defRPr>
            </a:lvl8pPr>
            <a:lvl9pPr>
              <a:defRPr sz="21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Деректі оқу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E5020-8161-45BD-88FE-B29E3730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243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5C5C0"/>
                </a:solidFill>
              </a:defRPr>
            </a:defPPr>
            <a:lvl1pPr>
              <a:defRPr sz="1350" b="0" i="0">
                <a:solidFill>
                  <a:srgbClr val="B5C5C0"/>
                </a:solidFill>
              </a:defRPr>
            </a:lvl1pPr>
            <a:lvl2pPr>
              <a:defRPr sz="1350" b="0" i="0">
                <a:solidFill>
                  <a:srgbClr val="B5C5C0"/>
                </a:solidFill>
              </a:defRPr>
            </a:lvl2pPr>
            <a:lvl3pPr>
              <a:defRPr sz="1350" b="0" i="0">
                <a:solidFill>
                  <a:srgbClr val="B5C5C0"/>
                </a:solidFill>
              </a:defRPr>
            </a:lvl3pPr>
            <a:lvl4pPr>
              <a:defRPr sz="1350" b="0" i="0">
                <a:solidFill>
                  <a:srgbClr val="B5C5C0"/>
                </a:solidFill>
              </a:defRPr>
            </a:lvl4pPr>
            <a:lvl5pPr>
              <a:defRPr sz="1350" b="0" i="0">
                <a:solidFill>
                  <a:srgbClr val="B5C5C0"/>
                </a:solidFill>
              </a:defRPr>
            </a:lvl5pPr>
            <a:lvl6pPr>
              <a:defRPr sz="1350" b="0" i="0">
                <a:solidFill>
                  <a:srgbClr val="B5C5C0"/>
                </a:solidFill>
              </a:defRPr>
            </a:lvl6pPr>
            <a:lvl7pPr>
              <a:defRPr sz="1350" b="0" i="0">
                <a:solidFill>
                  <a:srgbClr val="B5C5C0"/>
                </a:solidFill>
              </a:defRPr>
            </a:lvl7pPr>
            <a:lvl8pPr>
              <a:defRPr sz="1350" b="0" i="0">
                <a:solidFill>
                  <a:srgbClr val="B5C5C0"/>
                </a:solidFill>
              </a:defRPr>
            </a:lvl8pPr>
            <a:lvl9pPr>
              <a:defRPr sz="1350" b="0" i="0">
                <a:solidFill>
                  <a:srgbClr val="B5C5C0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B5C5C0"/>
                </a:solidFill>
              </a:defRPr>
            </a:pPr>
            <a:r>
              <a:rPr sz="1350" b="0" i="0">
                <a:solidFill>
                  <a:srgbClr val="B5C5C0"/>
                </a:solidFill>
              </a:rPr>
              <a:t>Сату · маржа · уақыт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F8A9A-DF48-4FEB-9A28-AFAEA6FC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43D7DF"/>
                </a:solidFill>
              </a:defRPr>
            </a:defPPr>
            <a:lvl1pPr>
              <a:defRPr sz="1575" b="1" i="0">
                <a:solidFill>
                  <a:srgbClr val="43D7DF"/>
                </a:solidFill>
              </a:defRPr>
            </a:lvl1pPr>
            <a:lvl2pPr>
              <a:defRPr sz="1575" b="1" i="0">
                <a:solidFill>
                  <a:srgbClr val="43D7DF"/>
                </a:solidFill>
              </a:defRPr>
            </a:lvl2pPr>
            <a:lvl3pPr>
              <a:defRPr sz="1575" b="1" i="0">
                <a:solidFill>
                  <a:srgbClr val="43D7DF"/>
                </a:solidFill>
              </a:defRPr>
            </a:lvl3pPr>
            <a:lvl4pPr>
              <a:defRPr sz="1575" b="1" i="0">
                <a:solidFill>
                  <a:srgbClr val="43D7DF"/>
                </a:solidFill>
              </a:defRPr>
            </a:lvl4pPr>
            <a:lvl5pPr>
              <a:defRPr sz="1575" b="1" i="0">
                <a:solidFill>
                  <a:srgbClr val="43D7DF"/>
                </a:solidFill>
              </a:defRPr>
            </a:lvl5pPr>
            <a:lvl6pPr>
              <a:defRPr sz="1575" b="1" i="0">
                <a:solidFill>
                  <a:srgbClr val="43D7DF"/>
                </a:solidFill>
              </a:defRPr>
            </a:lvl6pPr>
            <a:lvl7pPr>
              <a:defRPr sz="1575" b="1" i="0">
                <a:solidFill>
                  <a:srgbClr val="43D7DF"/>
                </a:solidFill>
              </a:defRPr>
            </a:lvl7pPr>
            <a:lvl8pPr>
              <a:defRPr sz="1575" b="1" i="0">
                <a:solidFill>
                  <a:srgbClr val="43D7DF"/>
                </a:solidFill>
              </a:defRPr>
            </a:lvl8pPr>
            <a:lvl9pPr>
              <a:defRPr sz="157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43D7DF"/>
                </a:solidFill>
              </a:defRPr>
            </a:pPr>
            <a:r>
              <a:rPr sz="1575" b="1" i="0">
                <a:solidFill>
                  <a:srgbClr val="43D7D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6DDF9-CB6F-42EE-B57F-A0E00999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718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C7F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6A500-2080-4491-9893-1DB2338E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FFFFF"/>
                </a:solidFill>
              </a:defRPr>
            </a:defPPr>
            <a:lvl1pPr>
              <a:defRPr sz="2100" b="1" i="0">
                <a:solidFill>
                  <a:srgbClr val="FFFFFF"/>
                </a:solidFill>
              </a:defRPr>
            </a:lvl1pPr>
            <a:lvl2pPr>
              <a:defRPr sz="2100" b="1" i="0">
                <a:solidFill>
                  <a:srgbClr val="FFFFFF"/>
                </a:solidFill>
              </a:defRPr>
            </a:lvl2pPr>
            <a:lvl3pPr>
              <a:defRPr sz="2100" b="1" i="0">
                <a:solidFill>
                  <a:srgbClr val="FFFFFF"/>
                </a:solidFill>
              </a:defRPr>
            </a:lvl3pPr>
            <a:lvl4pPr>
              <a:defRPr sz="2100" b="1" i="0">
                <a:solidFill>
                  <a:srgbClr val="FFFFFF"/>
                </a:solidFill>
              </a:defRPr>
            </a:lvl4pPr>
            <a:lvl5pPr>
              <a:defRPr sz="2100" b="1" i="0">
                <a:solidFill>
                  <a:srgbClr val="FFFFFF"/>
                </a:solidFill>
              </a:defRPr>
            </a:lvl5pPr>
            <a:lvl6pPr>
              <a:defRPr sz="2100" b="1" i="0">
                <a:solidFill>
                  <a:srgbClr val="FFFFFF"/>
                </a:solidFill>
              </a:defRPr>
            </a:lvl6pPr>
            <a:lvl7pPr>
              <a:defRPr sz="2100" b="1" i="0">
                <a:solidFill>
                  <a:srgbClr val="FFFFFF"/>
                </a:solidFill>
              </a:defRPr>
            </a:lvl7pPr>
            <a:lvl8pPr>
              <a:defRPr sz="2100" b="1" i="0">
                <a:solidFill>
                  <a:srgbClr val="FFFFFF"/>
                </a:solidFill>
              </a:defRPr>
            </a:lvl8pPr>
            <a:lvl9pPr>
              <a:defRPr sz="21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Әсерді есептеу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ACD7B-269B-4FD5-84AA-ADD2C2CC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5C5C0"/>
                </a:solidFill>
              </a:defRPr>
            </a:defPPr>
            <a:lvl1pPr>
              <a:defRPr sz="1350" b="0" i="0">
                <a:solidFill>
                  <a:srgbClr val="B5C5C0"/>
                </a:solidFill>
              </a:defRPr>
            </a:lvl1pPr>
            <a:lvl2pPr>
              <a:defRPr sz="1350" b="0" i="0">
                <a:solidFill>
                  <a:srgbClr val="B5C5C0"/>
                </a:solidFill>
              </a:defRPr>
            </a:lvl2pPr>
            <a:lvl3pPr>
              <a:defRPr sz="1350" b="0" i="0">
                <a:solidFill>
                  <a:srgbClr val="B5C5C0"/>
                </a:solidFill>
              </a:defRPr>
            </a:lvl3pPr>
            <a:lvl4pPr>
              <a:defRPr sz="1350" b="0" i="0">
                <a:solidFill>
                  <a:srgbClr val="B5C5C0"/>
                </a:solidFill>
              </a:defRPr>
            </a:lvl4pPr>
            <a:lvl5pPr>
              <a:defRPr sz="1350" b="0" i="0">
                <a:solidFill>
                  <a:srgbClr val="B5C5C0"/>
                </a:solidFill>
              </a:defRPr>
            </a:lvl5pPr>
            <a:lvl6pPr>
              <a:defRPr sz="1350" b="0" i="0">
                <a:solidFill>
                  <a:srgbClr val="B5C5C0"/>
                </a:solidFill>
              </a:defRPr>
            </a:lvl6pPr>
            <a:lvl7pPr>
              <a:defRPr sz="1350" b="0" i="0">
                <a:solidFill>
                  <a:srgbClr val="B5C5C0"/>
                </a:solidFill>
              </a:defRPr>
            </a:lvl7pPr>
            <a:lvl8pPr>
              <a:defRPr sz="1350" b="0" i="0">
                <a:solidFill>
                  <a:srgbClr val="B5C5C0"/>
                </a:solidFill>
              </a:defRPr>
            </a:lvl8pPr>
            <a:lvl9pPr>
              <a:defRPr sz="1350" b="0" i="0">
                <a:solidFill>
                  <a:srgbClr val="B5C5C0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B5C5C0"/>
                </a:solidFill>
              </a:defRPr>
            </a:pPr>
            <a:r>
              <a:rPr sz="1350" b="0" i="0">
                <a:solidFill>
                  <a:srgbClr val="B5C5C0"/>
                </a:solidFill>
              </a:rPr>
              <a:t>Теңге · сағат · өтелу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8247C-0C11-41AF-B0CB-DD5F2019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EC4E9A"/>
                </a:solidFill>
              </a:defRPr>
            </a:defPPr>
            <a:lvl1pPr>
              <a:defRPr sz="1575" b="1" i="0">
                <a:solidFill>
                  <a:srgbClr val="EC4E9A"/>
                </a:solidFill>
              </a:defRPr>
            </a:lvl1pPr>
            <a:lvl2pPr>
              <a:defRPr sz="1575" b="1" i="0">
                <a:solidFill>
                  <a:srgbClr val="EC4E9A"/>
                </a:solidFill>
              </a:defRPr>
            </a:lvl2pPr>
            <a:lvl3pPr>
              <a:defRPr sz="1575" b="1" i="0">
                <a:solidFill>
                  <a:srgbClr val="EC4E9A"/>
                </a:solidFill>
              </a:defRPr>
            </a:lvl3pPr>
            <a:lvl4pPr>
              <a:defRPr sz="1575" b="1" i="0">
                <a:solidFill>
                  <a:srgbClr val="EC4E9A"/>
                </a:solidFill>
              </a:defRPr>
            </a:lvl4pPr>
            <a:lvl5pPr>
              <a:defRPr sz="1575" b="1" i="0">
                <a:solidFill>
                  <a:srgbClr val="EC4E9A"/>
                </a:solidFill>
              </a:defRPr>
            </a:lvl5pPr>
            <a:lvl6pPr>
              <a:defRPr sz="1575" b="1" i="0">
                <a:solidFill>
                  <a:srgbClr val="EC4E9A"/>
                </a:solidFill>
              </a:defRPr>
            </a:lvl6pPr>
            <a:lvl7pPr>
              <a:defRPr sz="1575" b="1" i="0">
                <a:solidFill>
                  <a:srgbClr val="EC4E9A"/>
                </a:solidFill>
              </a:defRPr>
            </a:lvl7pPr>
            <a:lvl8pPr>
              <a:defRPr sz="1575" b="1" i="0">
                <a:solidFill>
                  <a:srgbClr val="EC4E9A"/>
                </a:solidFill>
              </a:defRPr>
            </a:lvl8pPr>
            <a:lvl9pPr>
              <a:defRPr sz="157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EC4E9A"/>
                </a:solidFill>
              </a:defRPr>
            </a:pPr>
            <a:r>
              <a:rPr sz="1575" b="1" i="0">
                <a:solidFill>
                  <a:srgbClr val="EC4E9A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CD6BE-238C-476C-86D1-A9C5817B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718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C4E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BEC85-CD1D-43D6-B61A-8603845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FFFFF"/>
                </a:solidFill>
              </a:defRPr>
            </a:defPPr>
            <a:lvl1pPr>
              <a:defRPr sz="2100" b="1" i="0">
                <a:solidFill>
                  <a:srgbClr val="FFFFFF"/>
                </a:solidFill>
              </a:defRPr>
            </a:lvl1pPr>
            <a:lvl2pPr>
              <a:defRPr sz="2100" b="1" i="0">
                <a:solidFill>
                  <a:srgbClr val="FFFFFF"/>
                </a:solidFill>
              </a:defRPr>
            </a:lvl2pPr>
            <a:lvl3pPr>
              <a:defRPr sz="2100" b="1" i="0">
                <a:solidFill>
                  <a:srgbClr val="FFFFFF"/>
                </a:solidFill>
              </a:defRPr>
            </a:lvl3pPr>
            <a:lvl4pPr>
              <a:defRPr sz="2100" b="1" i="0">
                <a:solidFill>
                  <a:srgbClr val="FFFFFF"/>
                </a:solidFill>
              </a:defRPr>
            </a:lvl4pPr>
            <a:lvl5pPr>
              <a:defRPr sz="2100" b="1" i="0">
                <a:solidFill>
                  <a:srgbClr val="FFFFFF"/>
                </a:solidFill>
              </a:defRPr>
            </a:lvl5pPr>
            <a:lvl6pPr>
              <a:defRPr sz="2100" b="1" i="0">
                <a:solidFill>
                  <a:srgbClr val="FFFFFF"/>
                </a:solidFill>
              </a:defRPr>
            </a:lvl6pPr>
            <a:lvl7pPr>
              <a:defRPr sz="2100" b="1" i="0">
                <a:solidFill>
                  <a:srgbClr val="FFFFFF"/>
                </a:solidFill>
              </a:defRPr>
            </a:lvl7pPr>
            <a:lvl8pPr>
              <a:defRPr sz="2100" b="1" i="0">
                <a:solidFill>
                  <a:srgbClr val="FFFFFF"/>
                </a:solidFill>
              </a:defRPr>
            </a:lvl8pPr>
            <a:lvl9pPr>
              <a:defRPr sz="21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Пилотты тексеру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6FC4B-CCE2-456F-AB01-763ED3AA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243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5C5C0"/>
                </a:solidFill>
              </a:defRPr>
            </a:defPPr>
            <a:lvl1pPr>
              <a:defRPr sz="1350" b="0" i="0">
                <a:solidFill>
                  <a:srgbClr val="B5C5C0"/>
                </a:solidFill>
              </a:defRPr>
            </a:lvl1pPr>
            <a:lvl2pPr>
              <a:defRPr sz="1350" b="0" i="0">
                <a:solidFill>
                  <a:srgbClr val="B5C5C0"/>
                </a:solidFill>
              </a:defRPr>
            </a:lvl2pPr>
            <a:lvl3pPr>
              <a:defRPr sz="1350" b="0" i="0">
                <a:solidFill>
                  <a:srgbClr val="B5C5C0"/>
                </a:solidFill>
              </a:defRPr>
            </a:lvl3pPr>
            <a:lvl4pPr>
              <a:defRPr sz="1350" b="0" i="0">
                <a:solidFill>
                  <a:srgbClr val="B5C5C0"/>
                </a:solidFill>
              </a:defRPr>
            </a:lvl4pPr>
            <a:lvl5pPr>
              <a:defRPr sz="1350" b="0" i="0">
                <a:solidFill>
                  <a:srgbClr val="B5C5C0"/>
                </a:solidFill>
              </a:defRPr>
            </a:lvl5pPr>
            <a:lvl6pPr>
              <a:defRPr sz="1350" b="0" i="0">
                <a:solidFill>
                  <a:srgbClr val="B5C5C0"/>
                </a:solidFill>
              </a:defRPr>
            </a:lvl6pPr>
            <a:lvl7pPr>
              <a:defRPr sz="1350" b="0" i="0">
                <a:solidFill>
                  <a:srgbClr val="B5C5C0"/>
                </a:solidFill>
              </a:defRPr>
            </a:lvl7pPr>
            <a:lvl8pPr>
              <a:defRPr sz="1350" b="0" i="0">
                <a:solidFill>
                  <a:srgbClr val="B5C5C0"/>
                </a:solidFill>
              </a:defRPr>
            </a:lvl8pPr>
            <a:lvl9pPr>
              <a:defRPr sz="1350" b="0" i="0">
                <a:solidFill>
                  <a:srgbClr val="B5C5C0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B5C5C0"/>
                </a:solidFill>
              </a:defRPr>
            </a:pPr>
            <a:r>
              <a:rPr sz="1350" b="0" i="0">
                <a:solidFill>
                  <a:srgbClr val="B5C5C0"/>
                </a:solidFill>
              </a:rPr>
              <a:t>База · мақсат · факт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54486-3144-4C5E-BF0A-371421E7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1163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23C34"/>
          </a:solidFill>
          <a:ln xmlns:a="http://schemas.openxmlformats.org/drawingml/2006/main" w="9525">
            <a:solidFill>
              <a:srgbClr val="3156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32CCF-1532-4E8E-B884-97D4E3AA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055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 i="0">
                <a:solidFill>
                  <a:srgbClr val="FFFFFF"/>
                </a:solidFill>
              </a:defRPr>
            </a:defPPr>
            <a:lvl1pPr>
              <a:defRPr sz="1950" b="1" i="0">
                <a:solidFill>
                  <a:srgbClr val="FFFFFF"/>
                </a:solidFill>
              </a:defRPr>
            </a:lvl1pPr>
            <a:lvl2pPr>
              <a:defRPr sz="1950" b="1" i="0">
                <a:solidFill>
                  <a:srgbClr val="FFFFFF"/>
                </a:solidFill>
              </a:defRPr>
            </a:lvl2pPr>
            <a:lvl3pPr>
              <a:defRPr sz="1950" b="1" i="0">
                <a:solidFill>
                  <a:srgbClr val="FFFFFF"/>
                </a:solidFill>
              </a:defRPr>
            </a:lvl3pPr>
            <a:lvl4pPr>
              <a:defRPr sz="1950" b="1" i="0">
                <a:solidFill>
                  <a:srgbClr val="FFFFFF"/>
                </a:solidFill>
              </a:defRPr>
            </a:lvl4pPr>
            <a:lvl5pPr>
              <a:defRPr sz="1950" b="1" i="0">
                <a:solidFill>
                  <a:srgbClr val="FFFFFF"/>
                </a:solidFill>
              </a:defRPr>
            </a:lvl5pPr>
            <a:lvl6pPr>
              <a:defRPr sz="1950" b="1" i="0">
                <a:solidFill>
                  <a:srgbClr val="FFFFFF"/>
                </a:solidFill>
              </a:defRPr>
            </a:lvl6pPr>
            <a:lvl7pPr>
              <a:defRPr sz="1950" b="1" i="0">
                <a:solidFill>
                  <a:srgbClr val="FFFFFF"/>
                </a:solidFill>
              </a:defRPr>
            </a:lvl7pPr>
            <a:lvl8pPr>
              <a:defRPr sz="1950" b="1" i="0">
                <a:solidFill>
                  <a:srgbClr val="FFFFFF"/>
                </a:solidFill>
              </a:defRPr>
            </a:lvl8pPr>
            <a:lvl9pPr>
              <a:defRPr sz="19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AI ұсыныс береді. Соңғы шешімді кәсіпкер қабылдайды.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4FB0D-C26E-4041-A7F9-29B07CF7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AFC1BB"/>
                </a:solidFill>
              </a:defRPr>
            </a:defPPr>
            <a:lvl1pPr>
              <a:defRPr sz="900" b="1" i="0">
                <a:solidFill>
                  <a:srgbClr val="AFC1BB"/>
                </a:solidFill>
              </a:defRPr>
            </a:lvl1pPr>
            <a:lvl2pPr>
              <a:defRPr sz="900" b="1" i="0">
                <a:solidFill>
                  <a:srgbClr val="AFC1BB"/>
                </a:solidFill>
              </a:defRPr>
            </a:lvl2pPr>
            <a:lvl3pPr>
              <a:defRPr sz="900" b="1" i="0">
                <a:solidFill>
                  <a:srgbClr val="AFC1BB"/>
                </a:solidFill>
              </a:defRPr>
            </a:lvl3pPr>
            <a:lvl4pPr>
              <a:defRPr sz="900" b="1" i="0">
                <a:solidFill>
                  <a:srgbClr val="AFC1BB"/>
                </a:solidFill>
              </a:defRPr>
            </a:lvl4pPr>
            <a:lvl5pPr>
              <a:defRPr sz="900" b="1" i="0">
                <a:solidFill>
                  <a:srgbClr val="AFC1BB"/>
                </a:solidFill>
              </a:defRPr>
            </a:lvl5pPr>
            <a:lvl6pPr>
              <a:defRPr sz="900" b="1" i="0">
                <a:solidFill>
                  <a:srgbClr val="AFC1BB"/>
                </a:solidFill>
              </a:defRPr>
            </a:lvl6pPr>
            <a:lvl7pPr>
              <a:defRPr sz="900" b="1" i="0">
                <a:solidFill>
                  <a:srgbClr val="AFC1BB"/>
                </a:solidFill>
              </a:defRPr>
            </a:lvl7pPr>
            <a:lvl8pPr>
              <a:defRPr sz="900" b="1" i="0">
                <a:solidFill>
                  <a:srgbClr val="AFC1BB"/>
                </a:solidFill>
              </a:defRPr>
            </a:lvl8pPr>
            <a:lvl9pPr>
              <a:defRPr sz="900" b="1" i="0">
                <a:solidFill>
                  <a:srgbClr val="AFC1BB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AFC1BB"/>
                </a:solidFill>
              </a:defRPr>
            </a:pPr>
            <a:r>
              <a:rPr sz="900" b="1" i="0">
                <a:solidFill>
                  <a:srgbClr val="AFC1B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7044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82DE9-0C48-44D1-B287-2586C934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102B27"/>
                </a:solidFill>
              </a:defRPr>
            </a:defPPr>
            <a:lvl1pPr>
              <a:defRPr sz="2175" b="1" i="0">
                <a:solidFill>
                  <a:srgbClr val="102B27"/>
                </a:solidFill>
              </a:defRPr>
            </a:lvl1pPr>
            <a:lvl2pPr>
              <a:defRPr sz="2175" b="1" i="0">
                <a:solidFill>
                  <a:srgbClr val="102B27"/>
                </a:solidFill>
              </a:defRPr>
            </a:lvl2pPr>
            <a:lvl3pPr>
              <a:defRPr sz="2175" b="1" i="0">
                <a:solidFill>
                  <a:srgbClr val="102B27"/>
                </a:solidFill>
              </a:defRPr>
            </a:lvl3pPr>
            <a:lvl4pPr>
              <a:defRPr sz="2175" b="1" i="0">
                <a:solidFill>
                  <a:srgbClr val="102B27"/>
                </a:solidFill>
              </a:defRPr>
            </a:lvl4pPr>
            <a:lvl5pPr>
              <a:defRPr sz="2175" b="1" i="0">
                <a:solidFill>
                  <a:srgbClr val="102B27"/>
                </a:solidFill>
              </a:defRPr>
            </a:lvl5pPr>
            <a:lvl6pPr>
              <a:defRPr sz="2175" b="1" i="0">
                <a:solidFill>
                  <a:srgbClr val="102B27"/>
                </a:solidFill>
              </a:defRPr>
            </a:lvl6pPr>
            <a:lvl7pPr>
              <a:defRPr sz="2175" b="1" i="0">
                <a:solidFill>
                  <a:srgbClr val="102B27"/>
                </a:solidFill>
              </a:defRPr>
            </a:lvl7pPr>
            <a:lvl8pPr>
              <a:defRPr sz="2175" b="1" i="0">
                <a:solidFill>
                  <a:srgbClr val="102B27"/>
                </a:solidFill>
              </a:defRPr>
            </a:lvl8pPr>
            <a:lvl9pPr>
              <a:defRPr sz="217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102B27"/>
                </a:solidFill>
              </a:defRPr>
            </a:pPr>
            <a:r>
              <a:rPr sz="2175" b="1" i="0">
                <a:solidFill>
                  <a:srgbClr val="102B27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F0DA0-E40A-4003-965B-E1B83B12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CA838-24AA-410F-AA05-C16BC9B6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102B27"/>
                </a:solidFill>
              </a:defRPr>
            </a:defPPr>
            <a:lvl1pPr>
              <a:defRPr sz="750" b="1" i="0">
                <a:solidFill>
                  <a:srgbClr val="102B27"/>
                </a:solidFill>
              </a:defRPr>
            </a:lvl1pPr>
            <a:lvl2pPr>
              <a:defRPr sz="750" b="1" i="0">
                <a:solidFill>
                  <a:srgbClr val="102B27"/>
                </a:solidFill>
              </a:defRPr>
            </a:lvl2pPr>
            <a:lvl3pPr>
              <a:defRPr sz="750" b="1" i="0">
                <a:solidFill>
                  <a:srgbClr val="102B27"/>
                </a:solidFill>
              </a:defRPr>
            </a:lvl3pPr>
            <a:lvl4pPr>
              <a:defRPr sz="750" b="1" i="0">
                <a:solidFill>
                  <a:srgbClr val="102B27"/>
                </a:solidFill>
              </a:defRPr>
            </a:lvl4pPr>
            <a:lvl5pPr>
              <a:defRPr sz="750" b="1" i="0">
                <a:solidFill>
                  <a:srgbClr val="102B27"/>
                </a:solidFill>
              </a:defRPr>
            </a:lvl5pPr>
            <a:lvl6pPr>
              <a:defRPr sz="750" b="1" i="0">
                <a:solidFill>
                  <a:srgbClr val="102B27"/>
                </a:solidFill>
              </a:defRPr>
            </a:lvl6pPr>
            <a:lvl7pPr>
              <a:defRPr sz="750" b="1" i="0">
                <a:solidFill>
                  <a:srgbClr val="102B27"/>
                </a:solidFill>
              </a:defRPr>
            </a:lvl7pPr>
            <a:lvl8pPr>
              <a:defRPr sz="750" b="1" i="0">
                <a:solidFill>
                  <a:srgbClr val="102B27"/>
                </a:solidFill>
              </a:defRPr>
            </a:lvl8pPr>
            <a:lvl9pPr>
              <a:defRPr sz="7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102B27"/>
                </a:solidFill>
              </a:defRPr>
            </a:pPr>
            <a:r>
              <a:rPr sz="750" b="1" i="0">
                <a:solidFill>
                  <a:srgbClr val="102B27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93AAC-9934-46F2-9584-A85ADA41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EC4E9A"/>
                </a:solidFill>
              </a:defRPr>
            </a:defPPr>
            <a:lvl1pPr>
              <a:defRPr sz="975" b="1" i="0">
                <a:solidFill>
                  <a:srgbClr val="EC4E9A"/>
                </a:solidFill>
              </a:defRPr>
            </a:lvl1pPr>
            <a:lvl2pPr>
              <a:defRPr sz="975" b="1" i="0">
                <a:solidFill>
                  <a:srgbClr val="EC4E9A"/>
                </a:solidFill>
              </a:defRPr>
            </a:lvl2pPr>
            <a:lvl3pPr>
              <a:defRPr sz="975" b="1" i="0">
                <a:solidFill>
                  <a:srgbClr val="EC4E9A"/>
                </a:solidFill>
              </a:defRPr>
            </a:lvl3pPr>
            <a:lvl4pPr>
              <a:defRPr sz="975" b="1" i="0">
                <a:solidFill>
                  <a:srgbClr val="EC4E9A"/>
                </a:solidFill>
              </a:defRPr>
            </a:lvl4pPr>
            <a:lvl5pPr>
              <a:defRPr sz="975" b="1" i="0">
                <a:solidFill>
                  <a:srgbClr val="EC4E9A"/>
                </a:solidFill>
              </a:defRPr>
            </a:lvl5pPr>
            <a:lvl6pPr>
              <a:defRPr sz="975" b="1" i="0">
                <a:solidFill>
                  <a:srgbClr val="EC4E9A"/>
                </a:solidFill>
              </a:defRPr>
            </a:lvl6pPr>
            <a:lvl7pPr>
              <a:defRPr sz="975" b="1" i="0">
                <a:solidFill>
                  <a:srgbClr val="EC4E9A"/>
                </a:solidFill>
              </a:defRPr>
            </a:lvl7pPr>
            <a:lvl8pPr>
              <a:defRPr sz="975" b="1" i="0">
                <a:solidFill>
                  <a:srgbClr val="EC4E9A"/>
                </a:solidFill>
              </a:defRPr>
            </a:lvl8pPr>
            <a:lvl9pPr>
              <a:defRPr sz="97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EC4E9A"/>
                </a:solidFill>
              </a:defRPr>
            </a:pPr>
            <a:r>
              <a:rPr sz="975" b="1" i="0">
                <a:solidFill>
                  <a:srgbClr val="EC4E9A"/>
                </a:solidFill>
              </a:rPr>
              <a:t>ӨНІМ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B3A09-D6C4-4FDB-8FDD-847056E6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 i="0">
                <a:solidFill>
                  <a:srgbClr val="102B27"/>
                </a:solidFill>
              </a:defRPr>
            </a:defPPr>
            <a:lvl1pPr>
              <a:defRPr sz="3300" b="1" i="0">
                <a:solidFill>
                  <a:srgbClr val="102B27"/>
                </a:solidFill>
              </a:defRPr>
            </a:lvl1pPr>
            <a:lvl2pPr>
              <a:defRPr sz="3300" b="1" i="0">
                <a:solidFill>
                  <a:srgbClr val="102B27"/>
                </a:solidFill>
              </a:defRPr>
            </a:lvl2pPr>
            <a:lvl3pPr>
              <a:defRPr sz="3300" b="1" i="0">
                <a:solidFill>
                  <a:srgbClr val="102B27"/>
                </a:solidFill>
              </a:defRPr>
            </a:lvl3pPr>
            <a:lvl4pPr>
              <a:defRPr sz="3300" b="1" i="0">
                <a:solidFill>
                  <a:srgbClr val="102B27"/>
                </a:solidFill>
              </a:defRPr>
            </a:lvl4pPr>
            <a:lvl5pPr>
              <a:defRPr sz="3300" b="1" i="0">
                <a:solidFill>
                  <a:srgbClr val="102B27"/>
                </a:solidFill>
              </a:defRPr>
            </a:lvl5pPr>
            <a:lvl6pPr>
              <a:defRPr sz="3300" b="1" i="0">
                <a:solidFill>
                  <a:srgbClr val="102B27"/>
                </a:solidFill>
              </a:defRPr>
            </a:lvl6pPr>
            <a:lvl7pPr>
              <a:defRPr sz="3300" b="1" i="0">
                <a:solidFill>
                  <a:srgbClr val="102B27"/>
                </a:solidFill>
              </a:defRPr>
            </a:lvl7pPr>
            <a:lvl8pPr>
              <a:defRPr sz="3300" b="1" i="0">
                <a:solidFill>
                  <a:srgbClr val="102B27"/>
                </a:solidFill>
              </a:defRPr>
            </a:lvl8pPr>
            <a:lvl9pPr>
              <a:defRPr sz="33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3300" b="1" i="0">
                <a:solidFill>
                  <a:srgbClr val="102B27"/>
                </a:solidFill>
              </a:defRPr>
            </a:pPr>
            <a:r>
              <a:rPr sz="3300" b="1" i="0">
                <a:solidFill>
                  <a:srgbClr val="102B27"/>
                </a:solidFill>
              </a:rPr>
              <a:t>SaNa Business — кәсіпкердің AI-пилот навигаторы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42687-6F2C-42D7-A68E-554ED60B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 i="0">
                <a:solidFill>
                  <a:srgbClr val="68776E"/>
                </a:solidFill>
              </a:defRPr>
            </a:defPPr>
            <a:lvl1pPr>
              <a:defRPr sz="1800" b="0" i="0">
                <a:solidFill>
                  <a:srgbClr val="68776E"/>
                </a:solidFill>
              </a:defRPr>
            </a:lvl1pPr>
            <a:lvl2pPr>
              <a:defRPr sz="1800" b="0" i="0">
                <a:solidFill>
                  <a:srgbClr val="68776E"/>
                </a:solidFill>
              </a:defRPr>
            </a:lvl2pPr>
            <a:lvl3pPr>
              <a:defRPr sz="1800" b="0" i="0">
                <a:solidFill>
                  <a:srgbClr val="68776E"/>
                </a:solidFill>
              </a:defRPr>
            </a:lvl3pPr>
            <a:lvl4pPr>
              <a:defRPr sz="1800" b="0" i="0">
                <a:solidFill>
                  <a:srgbClr val="68776E"/>
                </a:solidFill>
              </a:defRPr>
            </a:lvl4pPr>
            <a:lvl5pPr>
              <a:defRPr sz="1800" b="0" i="0">
                <a:solidFill>
                  <a:srgbClr val="68776E"/>
                </a:solidFill>
              </a:defRPr>
            </a:lvl5pPr>
            <a:lvl6pPr>
              <a:defRPr sz="1800" b="0" i="0">
                <a:solidFill>
                  <a:srgbClr val="68776E"/>
                </a:solidFill>
              </a:defRPr>
            </a:lvl6pPr>
            <a:lvl7pPr>
              <a:defRPr sz="1800" b="0" i="0">
                <a:solidFill>
                  <a:srgbClr val="68776E"/>
                </a:solidFill>
              </a:defRPr>
            </a:lvl7pPr>
            <a:lvl8pPr>
              <a:defRPr sz="1800" b="0" i="0">
                <a:solidFill>
                  <a:srgbClr val="68776E"/>
                </a:solidFill>
              </a:defRPr>
            </a:lvl8pPr>
            <a:lvl9pPr>
              <a:defRPr sz="1800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800" b="0" i="0">
                <a:solidFill>
                  <a:srgbClr val="68776E"/>
                </a:solidFill>
              </a:defRPr>
            </a:pPr>
            <a:r>
              <a:rPr sz="1800" b="0" i="0">
                <a:solidFill>
                  <a:srgbClr val="68776E"/>
                </a:solidFill>
              </a:rPr>
              <a:t>Сайт мәселені табады, әсерді есептейді және алғашқы 4 апталық қадамды береді.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64777-EEC9-417F-97A8-497D0CD0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11633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5BD13-A91E-469C-849E-F01977E8D1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102f6b33a455d"/>
          <a:stretch xmlns:a="http://schemas.openxmlformats.org/drawingml/2006/main"/>
        </p:blipFill>
        <p:spPr>
          <a:xfrm xmlns:a="http://schemas.openxmlformats.org/drawingml/2006/main">
            <a:off x="2952611" y="2743200"/>
            <a:ext cx="6286779" cy="3067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4A48E-1721-47BC-A197-EE0BBC85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68776E"/>
                </a:solidFill>
              </a:defRPr>
            </a:defPPr>
            <a:lvl1pPr>
              <a:defRPr sz="900" b="1" i="0">
                <a:solidFill>
                  <a:srgbClr val="68776E"/>
                </a:solidFill>
              </a:defRPr>
            </a:lvl1pPr>
            <a:lvl2pPr>
              <a:defRPr sz="900" b="1" i="0">
                <a:solidFill>
                  <a:srgbClr val="68776E"/>
                </a:solidFill>
              </a:defRPr>
            </a:lvl2pPr>
            <a:lvl3pPr>
              <a:defRPr sz="900" b="1" i="0">
                <a:solidFill>
                  <a:srgbClr val="68776E"/>
                </a:solidFill>
              </a:defRPr>
            </a:lvl3pPr>
            <a:lvl4pPr>
              <a:defRPr sz="900" b="1" i="0">
                <a:solidFill>
                  <a:srgbClr val="68776E"/>
                </a:solidFill>
              </a:defRPr>
            </a:lvl4pPr>
            <a:lvl5pPr>
              <a:defRPr sz="900" b="1" i="0">
                <a:solidFill>
                  <a:srgbClr val="68776E"/>
                </a:solidFill>
              </a:defRPr>
            </a:lvl5pPr>
            <a:lvl6pPr>
              <a:defRPr sz="900" b="1" i="0">
                <a:solidFill>
                  <a:srgbClr val="68776E"/>
                </a:solidFill>
              </a:defRPr>
            </a:lvl6pPr>
            <a:lvl7pPr>
              <a:defRPr sz="900" b="1" i="0">
                <a:solidFill>
                  <a:srgbClr val="68776E"/>
                </a:solidFill>
              </a:defRPr>
            </a:lvl7pPr>
            <a:lvl8pPr>
              <a:defRPr sz="900" b="1" i="0">
                <a:solidFill>
                  <a:srgbClr val="68776E"/>
                </a:solidFill>
              </a:defRPr>
            </a:lvl8pPr>
            <a:lvl9pPr>
              <a:defRPr sz="90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68776E"/>
                </a:solidFill>
              </a:defRPr>
            </a:pPr>
            <a:r>
              <a:rPr sz="900" b="1" i="0">
                <a:solidFill>
                  <a:srgbClr val="68776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3147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B1088-B941-429B-80B3-40A69E42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102B27"/>
                </a:solidFill>
              </a:defRPr>
            </a:defPPr>
            <a:lvl1pPr>
              <a:defRPr sz="2175" b="1" i="0">
                <a:solidFill>
                  <a:srgbClr val="102B27"/>
                </a:solidFill>
              </a:defRPr>
            </a:lvl1pPr>
            <a:lvl2pPr>
              <a:defRPr sz="2175" b="1" i="0">
                <a:solidFill>
                  <a:srgbClr val="102B27"/>
                </a:solidFill>
              </a:defRPr>
            </a:lvl2pPr>
            <a:lvl3pPr>
              <a:defRPr sz="2175" b="1" i="0">
                <a:solidFill>
                  <a:srgbClr val="102B27"/>
                </a:solidFill>
              </a:defRPr>
            </a:lvl3pPr>
            <a:lvl4pPr>
              <a:defRPr sz="2175" b="1" i="0">
                <a:solidFill>
                  <a:srgbClr val="102B27"/>
                </a:solidFill>
              </a:defRPr>
            </a:lvl4pPr>
            <a:lvl5pPr>
              <a:defRPr sz="2175" b="1" i="0">
                <a:solidFill>
                  <a:srgbClr val="102B27"/>
                </a:solidFill>
              </a:defRPr>
            </a:lvl5pPr>
            <a:lvl6pPr>
              <a:defRPr sz="2175" b="1" i="0">
                <a:solidFill>
                  <a:srgbClr val="102B27"/>
                </a:solidFill>
              </a:defRPr>
            </a:lvl6pPr>
            <a:lvl7pPr>
              <a:defRPr sz="2175" b="1" i="0">
                <a:solidFill>
                  <a:srgbClr val="102B27"/>
                </a:solidFill>
              </a:defRPr>
            </a:lvl7pPr>
            <a:lvl8pPr>
              <a:defRPr sz="2175" b="1" i="0">
                <a:solidFill>
                  <a:srgbClr val="102B27"/>
                </a:solidFill>
              </a:defRPr>
            </a:lvl8pPr>
            <a:lvl9pPr>
              <a:defRPr sz="217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102B27"/>
                </a:solidFill>
              </a:defRPr>
            </a:pPr>
            <a:r>
              <a:rPr sz="2175" b="1" i="0">
                <a:solidFill>
                  <a:srgbClr val="102B27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CC074-F04E-4BD6-AF82-2D0B86A8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F941B-8A9A-4290-953E-E1BD6D02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102B27"/>
                </a:solidFill>
              </a:defRPr>
            </a:defPPr>
            <a:lvl1pPr>
              <a:defRPr sz="750" b="1" i="0">
                <a:solidFill>
                  <a:srgbClr val="102B27"/>
                </a:solidFill>
              </a:defRPr>
            </a:lvl1pPr>
            <a:lvl2pPr>
              <a:defRPr sz="750" b="1" i="0">
                <a:solidFill>
                  <a:srgbClr val="102B27"/>
                </a:solidFill>
              </a:defRPr>
            </a:lvl2pPr>
            <a:lvl3pPr>
              <a:defRPr sz="750" b="1" i="0">
                <a:solidFill>
                  <a:srgbClr val="102B27"/>
                </a:solidFill>
              </a:defRPr>
            </a:lvl3pPr>
            <a:lvl4pPr>
              <a:defRPr sz="750" b="1" i="0">
                <a:solidFill>
                  <a:srgbClr val="102B27"/>
                </a:solidFill>
              </a:defRPr>
            </a:lvl4pPr>
            <a:lvl5pPr>
              <a:defRPr sz="750" b="1" i="0">
                <a:solidFill>
                  <a:srgbClr val="102B27"/>
                </a:solidFill>
              </a:defRPr>
            </a:lvl5pPr>
            <a:lvl6pPr>
              <a:defRPr sz="750" b="1" i="0">
                <a:solidFill>
                  <a:srgbClr val="102B27"/>
                </a:solidFill>
              </a:defRPr>
            </a:lvl6pPr>
            <a:lvl7pPr>
              <a:defRPr sz="750" b="1" i="0">
                <a:solidFill>
                  <a:srgbClr val="102B27"/>
                </a:solidFill>
              </a:defRPr>
            </a:lvl7pPr>
            <a:lvl8pPr>
              <a:defRPr sz="750" b="1" i="0">
                <a:solidFill>
                  <a:srgbClr val="102B27"/>
                </a:solidFill>
              </a:defRPr>
            </a:lvl8pPr>
            <a:lvl9pPr>
              <a:defRPr sz="7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102B27"/>
                </a:solidFill>
              </a:defRPr>
            </a:pPr>
            <a:r>
              <a:rPr sz="750" b="1" i="0">
                <a:solidFill>
                  <a:srgbClr val="102B27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7C4BF-BD35-48D2-B51D-A580B0CC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EC4E9A"/>
                </a:solidFill>
              </a:defRPr>
            </a:defPPr>
            <a:lvl1pPr>
              <a:defRPr sz="975" b="1" i="0">
                <a:solidFill>
                  <a:srgbClr val="EC4E9A"/>
                </a:solidFill>
              </a:defRPr>
            </a:lvl1pPr>
            <a:lvl2pPr>
              <a:defRPr sz="975" b="1" i="0">
                <a:solidFill>
                  <a:srgbClr val="EC4E9A"/>
                </a:solidFill>
              </a:defRPr>
            </a:lvl2pPr>
            <a:lvl3pPr>
              <a:defRPr sz="975" b="1" i="0">
                <a:solidFill>
                  <a:srgbClr val="EC4E9A"/>
                </a:solidFill>
              </a:defRPr>
            </a:lvl3pPr>
            <a:lvl4pPr>
              <a:defRPr sz="975" b="1" i="0">
                <a:solidFill>
                  <a:srgbClr val="EC4E9A"/>
                </a:solidFill>
              </a:defRPr>
            </a:lvl4pPr>
            <a:lvl5pPr>
              <a:defRPr sz="975" b="1" i="0">
                <a:solidFill>
                  <a:srgbClr val="EC4E9A"/>
                </a:solidFill>
              </a:defRPr>
            </a:lvl5pPr>
            <a:lvl6pPr>
              <a:defRPr sz="975" b="1" i="0">
                <a:solidFill>
                  <a:srgbClr val="EC4E9A"/>
                </a:solidFill>
              </a:defRPr>
            </a:lvl6pPr>
            <a:lvl7pPr>
              <a:defRPr sz="975" b="1" i="0">
                <a:solidFill>
                  <a:srgbClr val="EC4E9A"/>
                </a:solidFill>
              </a:defRPr>
            </a:lvl7pPr>
            <a:lvl8pPr>
              <a:defRPr sz="975" b="1" i="0">
                <a:solidFill>
                  <a:srgbClr val="EC4E9A"/>
                </a:solidFill>
              </a:defRPr>
            </a:lvl8pPr>
            <a:lvl9pPr>
              <a:defRPr sz="97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EC4E9A"/>
                </a:solidFill>
              </a:defRPr>
            </a:pPr>
            <a:r>
              <a:rPr sz="975" b="1" i="0">
                <a:solidFill>
                  <a:srgbClr val="EC4E9A"/>
                </a:solidFill>
              </a:rPr>
              <a:t>1 · ДИАГНОСТИКА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95BEC-04D8-44C5-AB8A-E3A46025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 i="0">
                <a:solidFill>
                  <a:srgbClr val="102B27"/>
                </a:solidFill>
              </a:defRPr>
            </a:defPPr>
            <a:lvl1pPr>
              <a:defRPr sz="3300" b="1" i="0">
                <a:solidFill>
                  <a:srgbClr val="102B27"/>
                </a:solidFill>
              </a:defRPr>
            </a:lvl1pPr>
            <a:lvl2pPr>
              <a:defRPr sz="3300" b="1" i="0">
                <a:solidFill>
                  <a:srgbClr val="102B27"/>
                </a:solidFill>
              </a:defRPr>
            </a:lvl2pPr>
            <a:lvl3pPr>
              <a:defRPr sz="3300" b="1" i="0">
                <a:solidFill>
                  <a:srgbClr val="102B27"/>
                </a:solidFill>
              </a:defRPr>
            </a:lvl3pPr>
            <a:lvl4pPr>
              <a:defRPr sz="3300" b="1" i="0">
                <a:solidFill>
                  <a:srgbClr val="102B27"/>
                </a:solidFill>
              </a:defRPr>
            </a:lvl4pPr>
            <a:lvl5pPr>
              <a:defRPr sz="3300" b="1" i="0">
                <a:solidFill>
                  <a:srgbClr val="102B27"/>
                </a:solidFill>
              </a:defRPr>
            </a:lvl5pPr>
            <a:lvl6pPr>
              <a:defRPr sz="3300" b="1" i="0">
                <a:solidFill>
                  <a:srgbClr val="102B27"/>
                </a:solidFill>
              </a:defRPr>
            </a:lvl6pPr>
            <a:lvl7pPr>
              <a:defRPr sz="3300" b="1" i="0">
                <a:solidFill>
                  <a:srgbClr val="102B27"/>
                </a:solidFill>
              </a:defRPr>
            </a:lvl7pPr>
            <a:lvl8pPr>
              <a:defRPr sz="3300" b="1" i="0">
                <a:solidFill>
                  <a:srgbClr val="102B27"/>
                </a:solidFill>
              </a:defRPr>
            </a:lvl8pPr>
            <a:lvl9pPr>
              <a:defRPr sz="33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3300" b="1" i="0">
                <a:solidFill>
                  <a:srgbClr val="102B27"/>
                </a:solidFill>
              </a:defRPr>
            </a:pPr>
            <a:r>
              <a:rPr sz="3300" b="1" i="0">
                <a:solidFill>
                  <a:srgbClr val="102B27"/>
                </a:solidFill>
              </a:rPr>
              <a:t>AI-диагностика неден бастау керегін көрсетеді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DDDE7-62C5-433F-8D2D-5458E78A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 i="0">
                <a:solidFill>
                  <a:srgbClr val="68776E"/>
                </a:solidFill>
              </a:defRPr>
            </a:defPPr>
            <a:lvl1pPr>
              <a:defRPr sz="1800" b="0" i="0">
                <a:solidFill>
                  <a:srgbClr val="68776E"/>
                </a:solidFill>
              </a:defRPr>
            </a:lvl1pPr>
            <a:lvl2pPr>
              <a:defRPr sz="1800" b="0" i="0">
                <a:solidFill>
                  <a:srgbClr val="68776E"/>
                </a:solidFill>
              </a:defRPr>
            </a:lvl2pPr>
            <a:lvl3pPr>
              <a:defRPr sz="1800" b="0" i="0">
                <a:solidFill>
                  <a:srgbClr val="68776E"/>
                </a:solidFill>
              </a:defRPr>
            </a:lvl3pPr>
            <a:lvl4pPr>
              <a:defRPr sz="1800" b="0" i="0">
                <a:solidFill>
                  <a:srgbClr val="68776E"/>
                </a:solidFill>
              </a:defRPr>
            </a:lvl4pPr>
            <a:lvl5pPr>
              <a:defRPr sz="1800" b="0" i="0">
                <a:solidFill>
                  <a:srgbClr val="68776E"/>
                </a:solidFill>
              </a:defRPr>
            </a:lvl5pPr>
            <a:lvl6pPr>
              <a:defRPr sz="1800" b="0" i="0">
                <a:solidFill>
                  <a:srgbClr val="68776E"/>
                </a:solidFill>
              </a:defRPr>
            </a:lvl6pPr>
            <a:lvl7pPr>
              <a:defRPr sz="1800" b="0" i="0">
                <a:solidFill>
                  <a:srgbClr val="68776E"/>
                </a:solidFill>
              </a:defRPr>
            </a:lvl7pPr>
            <a:lvl8pPr>
              <a:defRPr sz="1800" b="0" i="0">
                <a:solidFill>
                  <a:srgbClr val="68776E"/>
                </a:solidFill>
              </a:defRPr>
            </a:lvl8pPr>
            <a:lvl9pPr>
              <a:defRPr sz="1800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800" b="0" i="0">
                <a:solidFill>
                  <a:srgbClr val="68776E"/>
                </a:solidFill>
              </a:defRPr>
            </a:pPr>
            <a:r>
              <a:rPr sz="1800" b="0" i="0">
                <a:solidFill>
                  <a:srgbClr val="68776E"/>
                </a:solidFill>
              </a:rPr>
              <a:t>Кәсіпкер үш нақты мүмкіндік пен 4 апталық әрекет жоспарын бірден көреді.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90E6D-04BB-4C14-B751-CA6A99AA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11633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B6498-6C2F-4138-A0FC-5B4E10A0FB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d0b87ac824b99"/>
          <a:stretch xmlns:a="http://schemas.openxmlformats.org/drawingml/2006/main"/>
        </p:blipFill>
        <p:spPr>
          <a:xfrm xmlns:a="http://schemas.openxmlformats.org/drawingml/2006/main">
            <a:off x="2751992" y="2743200"/>
            <a:ext cx="6688015" cy="3105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021A4-7C95-4DB1-A07D-D8B075AD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68776E"/>
                </a:solidFill>
              </a:defRPr>
            </a:defPPr>
            <a:lvl1pPr>
              <a:defRPr sz="900" b="1" i="0">
                <a:solidFill>
                  <a:srgbClr val="68776E"/>
                </a:solidFill>
              </a:defRPr>
            </a:lvl1pPr>
            <a:lvl2pPr>
              <a:defRPr sz="900" b="1" i="0">
                <a:solidFill>
                  <a:srgbClr val="68776E"/>
                </a:solidFill>
              </a:defRPr>
            </a:lvl2pPr>
            <a:lvl3pPr>
              <a:defRPr sz="900" b="1" i="0">
                <a:solidFill>
                  <a:srgbClr val="68776E"/>
                </a:solidFill>
              </a:defRPr>
            </a:lvl3pPr>
            <a:lvl4pPr>
              <a:defRPr sz="900" b="1" i="0">
                <a:solidFill>
                  <a:srgbClr val="68776E"/>
                </a:solidFill>
              </a:defRPr>
            </a:lvl4pPr>
            <a:lvl5pPr>
              <a:defRPr sz="900" b="1" i="0">
                <a:solidFill>
                  <a:srgbClr val="68776E"/>
                </a:solidFill>
              </a:defRPr>
            </a:lvl5pPr>
            <a:lvl6pPr>
              <a:defRPr sz="900" b="1" i="0">
                <a:solidFill>
                  <a:srgbClr val="68776E"/>
                </a:solidFill>
              </a:defRPr>
            </a:lvl6pPr>
            <a:lvl7pPr>
              <a:defRPr sz="900" b="1" i="0">
                <a:solidFill>
                  <a:srgbClr val="68776E"/>
                </a:solidFill>
              </a:defRPr>
            </a:lvl7pPr>
            <a:lvl8pPr>
              <a:defRPr sz="900" b="1" i="0">
                <a:solidFill>
                  <a:srgbClr val="68776E"/>
                </a:solidFill>
              </a:defRPr>
            </a:lvl8pPr>
            <a:lvl9pPr>
              <a:defRPr sz="90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68776E"/>
                </a:solidFill>
              </a:defRPr>
            </a:pPr>
            <a:r>
              <a:rPr sz="900" b="1" i="0">
                <a:solidFill>
                  <a:srgbClr val="68776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7850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6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7DE59-032C-4F70-B1E3-CB00B0EF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FFFFFF"/>
                </a:solidFill>
              </a:defRPr>
            </a:defPPr>
            <a:lvl1pPr>
              <a:defRPr sz="2175" b="1" i="0">
                <a:solidFill>
                  <a:srgbClr val="FFFFFF"/>
                </a:solidFill>
              </a:defRPr>
            </a:lvl1pPr>
            <a:lvl2pPr>
              <a:defRPr sz="2175" b="1" i="0">
                <a:solidFill>
                  <a:srgbClr val="FFFFFF"/>
                </a:solidFill>
              </a:defRPr>
            </a:lvl2pPr>
            <a:lvl3pPr>
              <a:defRPr sz="2175" b="1" i="0">
                <a:solidFill>
                  <a:srgbClr val="FFFFFF"/>
                </a:solidFill>
              </a:defRPr>
            </a:lvl3pPr>
            <a:lvl4pPr>
              <a:defRPr sz="2175" b="1" i="0">
                <a:solidFill>
                  <a:srgbClr val="FFFFFF"/>
                </a:solidFill>
              </a:defRPr>
            </a:lvl4pPr>
            <a:lvl5pPr>
              <a:defRPr sz="2175" b="1" i="0">
                <a:solidFill>
                  <a:srgbClr val="FFFFFF"/>
                </a:solidFill>
              </a:defRPr>
            </a:lvl5pPr>
            <a:lvl6pPr>
              <a:defRPr sz="2175" b="1" i="0">
                <a:solidFill>
                  <a:srgbClr val="FFFFFF"/>
                </a:solidFill>
              </a:defRPr>
            </a:lvl6pPr>
            <a:lvl7pPr>
              <a:defRPr sz="2175" b="1" i="0">
                <a:solidFill>
                  <a:srgbClr val="FFFFFF"/>
                </a:solidFill>
              </a:defRPr>
            </a:lvl7pPr>
            <a:lvl8pPr>
              <a:defRPr sz="2175" b="1" i="0">
                <a:solidFill>
                  <a:srgbClr val="FFFFFF"/>
                </a:solidFill>
              </a:defRPr>
            </a:lvl8pPr>
            <a:lvl9pPr>
              <a:defRPr sz="21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53546-EC05-461B-94A3-15D7D5A4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0DEEC-FC59-4E64-9EFC-E687EE18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9211B-51FA-4784-8248-73087CD2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C7F45A"/>
                </a:solidFill>
              </a:defRPr>
            </a:defPPr>
            <a:lvl1pPr>
              <a:defRPr sz="975" b="1" i="0">
                <a:solidFill>
                  <a:srgbClr val="C7F45A"/>
                </a:solidFill>
              </a:defRPr>
            </a:lvl1pPr>
            <a:lvl2pPr>
              <a:defRPr sz="975" b="1" i="0">
                <a:solidFill>
                  <a:srgbClr val="C7F45A"/>
                </a:solidFill>
              </a:defRPr>
            </a:lvl2pPr>
            <a:lvl3pPr>
              <a:defRPr sz="975" b="1" i="0">
                <a:solidFill>
                  <a:srgbClr val="C7F45A"/>
                </a:solidFill>
              </a:defRPr>
            </a:lvl3pPr>
            <a:lvl4pPr>
              <a:defRPr sz="975" b="1" i="0">
                <a:solidFill>
                  <a:srgbClr val="C7F45A"/>
                </a:solidFill>
              </a:defRPr>
            </a:lvl4pPr>
            <a:lvl5pPr>
              <a:defRPr sz="975" b="1" i="0">
                <a:solidFill>
                  <a:srgbClr val="C7F45A"/>
                </a:solidFill>
              </a:defRPr>
            </a:lvl5pPr>
            <a:lvl6pPr>
              <a:defRPr sz="975" b="1" i="0">
                <a:solidFill>
                  <a:srgbClr val="C7F45A"/>
                </a:solidFill>
              </a:defRPr>
            </a:lvl6pPr>
            <a:lvl7pPr>
              <a:defRPr sz="975" b="1" i="0">
                <a:solidFill>
                  <a:srgbClr val="C7F45A"/>
                </a:solidFill>
              </a:defRPr>
            </a:lvl7pPr>
            <a:lvl8pPr>
              <a:defRPr sz="975" b="1" i="0">
                <a:solidFill>
                  <a:srgbClr val="C7F45A"/>
                </a:solidFill>
              </a:defRPr>
            </a:lvl8pPr>
            <a:lvl9pPr>
              <a:defRPr sz="97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C7F45A"/>
                </a:solidFill>
              </a:defRPr>
            </a:pPr>
            <a:r>
              <a:rPr sz="975" b="1" i="0">
                <a:solidFill>
                  <a:srgbClr val="C7F45A"/>
                </a:solidFill>
              </a:rPr>
              <a:t>2 · САТУ ТАЛДАУЫ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07D85-A06E-414D-8E9A-055C26CA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 i="0">
                <a:solidFill>
                  <a:srgbClr val="FFFFFF"/>
                </a:solidFill>
              </a:defRPr>
            </a:defPPr>
            <a:lvl1pPr>
              <a:defRPr sz="3300" b="1" i="0">
                <a:solidFill>
                  <a:srgbClr val="FFFFFF"/>
                </a:solidFill>
              </a:defRPr>
            </a:lvl1pPr>
            <a:lvl2pPr>
              <a:defRPr sz="3300" b="1" i="0">
                <a:solidFill>
                  <a:srgbClr val="FFFFFF"/>
                </a:solidFill>
              </a:defRPr>
            </a:lvl2pPr>
            <a:lvl3pPr>
              <a:defRPr sz="3300" b="1" i="0">
                <a:solidFill>
                  <a:srgbClr val="FFFFFF"/>
                </a:solidFill>
              </a:defRPr>
            </a:lvl3pPr>
            <a:lvl4pPr>
              <a:defRPr sz="3300" b="1" i="0">
                <a:solidFill>
                  <a:srgbClr val="FFFFFF"/>
                </a:solidFill>
              </a:defRPr>
            </a:lvl4pPr>
            <a:lvl5pPr>
              <a:defRPr sz="3300" b="1" i="0">
                <a:solidFill>
                  <a:srgbClr val="FFFFFF"/>
                </a:solidFill>
              </a:defRPr>
            </a:lvl5pPr>
            <a:lvl6pPr>
              <a:defRPr sz="3300" b="1" i="0">
                <a:solidFill>
                  <a:srgbClr val="FFFFFF"/>
                </a:solidFill>
              </a:defRPr>
            </a:lvl6pPr>
            <a:lvl7pPr>
              <a:defRPr sz="3300" b="1" i="0">
                <a:solidFill>
                  <a:srgbClr val="FFFFFF"/>
                </a:solidFill>
              </a:defRPr>
            </a:lvl7pPr>
            <a:lvl8pPr>
              <a:defRPr sz="3300" b="1" i="0">
                <a:solidFill>
                  <a:srgbClr val="FFFFFF"/>
                </a:solidFill>
              </a:defRPr>
            </a:lvl8pPr>
            <a:lvl9pPr>
              <a:defRPr sz="33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CSV файлы сатудағы жоғалтуды көрсетеді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9B0DB-06DF-4CDE-836D-47CAD987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 i="0">
                <a:solidFill>
                  <a:srgbClr val="B8C8C2"/>
                </a:solidFill>
              </a:defRPr>
            </a:defPPr>
            <a:lvl1pPr>
              <a:defRPr sz="1800" b="0" i="0">
                <a:solidFill>
                  <a:srgbClr val="B8C8C2"/>
                </a:solidFill>
              </a:defRPr>
            </a:lvl1pPr>
            <a:lvl2pPr>
              <a:defRPr sz="1800" b="0" i="0">
                <a:solidFill>
                  <a:srgbClr val="B8C8C2"/>
                </a:solidFill>
              </a:defRPr>
            </a:lvl2pPr>
            <a:lvl3pPr>
              <a:defRPr sz="1800" b="0" i="0">
                <a:solidFill>
                  <a:srgbClr val="B8C8C2"/>
                </a:solidFill>
              </a:defRPr>
            </a:lvl3pPr>
            <a:lvl4pPr>
              <a:defRPr sz="1800" b="0" i="0">
                <a:solidFill>
                  <a:srgbClr val="B8C8C2"/>
                </a:solidFill>
              </a:defRPr>
            </a:lvl4pPr>
            <a:lvl5pPr>
              <a:defRPr sz="1800" b="0" i="0">
                <a:solidFill>
                  <a:srgbClr val="B8C8C2"/>
                </a:solidFill>
              </a:defRPr>
            </a:lvl5pPr>
            <a:lvl6pPr>
              <a:defRPr sz="1800" b="0" i="0">
                <a:solidFill>
                  <a:srgbClr val="B8C8C2"/>
                </a:solidFill>
              </a:defRPr>
            </a:lvl6pPr>
            <a:lvl7pPr>
              <a:defRPr sz="1800" b="0" i="0">
                <a:solidFill>
                  <a:srgbClr val="B8C8C2"/>
                </a:solidFill>
              </a:defRPr>
            </a:lvl7pPr>
            <a:lvl8pPr>
              <a:defRPr sz="1800" b="0" i="0">
                <a:solidFill>
                  <a:srgbClr val="B8C8C2"/>
                </a:solidFill>
              </a:defRPr>
            </a:lvl8pPr>
            <a:lvl9pPr>
              <a:defRPr sz="1800" b="0" i="0">
                <a:solidFill>
                  <a:srgbClr val="B8C8C2"/>
                </a:solidFill>
              </a:defRPr>
            </a:lvl9pPr>
          </a:lstStyle>
          <a:p xmlns:a="http://schemas.openxmlformats.org/drawingml/2006/main">
            <a:pPr>
              <a:defRPr sz="1800" b="0" i="0">
                <a:solidFill>
                  <a:srgbClr val="B8C8C2"/>
                </a:solidFill>
              </a:defRPr>
            </a:pPr>
            <a:r>
              <a:rPr sz="1800" b="0" i="0">
                <a:solidFill>
                  <a:srgbClr val="B8C8C2"/>
                </a:solidFill>
              </a:rPr>
              <a:t>Түсім, маржа және минус өнімдер бір экранда көрінеді.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36E2F-D5C6-40A4-A084-21FD290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11633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DFCF8"/>
          </a:solidFill>
          <a:ln xmlns:a="http://schemas.openxmlformats.org/drawingml/2006/main" w="9525">
            <a:solidFill>
              <a:srgbClr val="31564D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9A6BA-A4A6-40BE-9AF4-3FF2FEA48A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e9b5871854e9c"/>
          <a:stretch xmlns:a="http://schemas.openxmlformats.org/drawingml/2006/main"/>
        </p:blipFill>
        <p:spPr>
          <a:xfrm xmlns:a="http://schemas.openxmlformats.org/drawingml/2006/main">
            <a:off x="628650" y="2922079"/>
            <a:ext cx="10934700" cy="267119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A59AC-B774-4394-8001-C6525665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335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4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936DC-C7B5-4469-8A12-4ED5CF7B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57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FFFFFF"/>
                </a:solidFill>
              </a:defRPr>
            </a:defPPr>
            <a:lvl1pPr>
              <a:defRPr sz="1125" b="1" i="0">
                <a:solidFill>
                  <a:srgbClr val="FFFFFF"/>
                </a:solidFill>
              </a:defRPr>
            </a:lvl1pPr>
            <a:lvl2pPr>
              <a:defRPr sz="1125" b="1" i="0">
                <a:solidFill>
                  <a:srgbClr val="FFFFFF"/>
                </a:solidFill>
              </a:defRPr>
            </a:lvl2pPr>
            <a:lvl3pPr>
              <a:defRPr sz="1125" b="1" i="0">
                <a:solidFill>
                  <a:srgbClr val="FFFFFF"/>
                </a:solidFill>
              </a:defRPr>
            </a:lvl3pPr>
            <a:lvl4pPr>
              <a:defRPr sz="1125" b="1" i="0">
                <a:solidFill>
                  <a:srgbClr val="FFFFFF"/>
                </a:solidFill>
              </a:defRPr>
            </a:lvl4pPr>
            <a:lvl5pPr>
              <a:defRPr sz="1125" b="1" i="0">
                <a:solidFill>
                  <a:srgbClr val="FFFFFF"/>
                </a:solidFill>
              </a:defRPr>
            </a:lvl5pPr>
            <a:lvl6pPr>
              <a:defRPr sz="1125" b="1" i="0">
                <a:solidFill>
                  <a:srgbClr val="FFFFFF"/>
                </a:solidFill>
              </a:defRPr>
            </a:lvl6pPr>
            <a:lvl7pPr>
              <a:defRPr sz="1125" b="1" i="0">
                <a:solidFill>
                  <a:srgbClr val="FFFFFF"/>
                </a:solidFill>
              </a:defRPr>
            </a:lvl7pPr>
            <a:lvl8pPr>
              <a:defRPr sz="1125" b="1" i="0">
                <a:solidFill>
                  <a:srgbClr val="FFFFFF"/>
                </a:solidFill>
              </a:defRPr>
            </a:lvl8pPr>
            <a:lvl9pPr>
              <a:defRPr sz="11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Шешім: әлсіз позицияны бірден тексеру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85839-9D86-471E-8A5B-740B9736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AFC1BB"/>
                </a:solidFill>
              </a:defRPr>
            </a:defPPr>
            <a:lvl1pPr>
              <a:defRPr sz="900" b="1" i="0">
                <a:solidFill>
                  <a:srgbClr val="AFC1BB"/>
                </a:solidFill>
              </a:defRPr>
            </a:lvl1pPr>
            <a:lvl2pPr>
              <a:defRPr sz="900" b="1" i="0">
                <a:solidFill>
                  <a:srgbClr val="AFC1BB"/>
                </a:solidFill>
              </a:defRPr>
            </a:lvl2pPr>
            <a:lvl3pPr>
              <a:defRPr sz="900" b="1" i="0">
                <a:solidFill>
                  <a:srgbClr val="AFC1BB"/>
                </a:solidFill>
              </a:defRPr>
            </a:lvl3pPr>
            <a:lvl4pPr>
              <a:defRPr sz="900" b="1" i="0">
                <a:solidFill>
                  <a:srgbClr val="AFC1BB"/>
                </a:solidFill>
              </a:defRPr>
            </a:lvl4pPr>
            <a:lvl5pPr>
              <a:defRPr sz="900" b="1" i="0">
                <a:solidFill>
                  <a:srgbClr val="AFC1BB"/>
                </a:solidFill>
              </a:defRPr>
            </a:lvl5pPr>
            <a:lvl6pPr>
              <a:defRPr sz="900" b="1" i="0">
                <a:solidFill>
                  <a:srgbClr val="AFC1BB"/>
                </a:solidFill>
              </a:defRPr>
            </a:lvl6pPr>
            <a:lvl7pPr>
              <a:defRPr sz="900" b="1" i="0">
                <a:solidFill>
                  <a:srgbClr val="AFC1BB"/>
                </a:solidFill>
              </a:defRPr>
            </a:lvl7pPr>
            <a:lvl8pPr>
              <a:defRPr sz="900" b="1" i="0">
                <a:solidFill>
                  <a:srgbClr val="AFC1BB"/>
                </a:solidFill>
              </a:defRPr>
            </a:lvl8pPr>
            <a:lvl9pPr>
              <a:defRPr sz="900" b="1" i="0">
                <a:solidFill>
                  <a:srgbClr val="AFC1BB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AFC1BB"/>
                </a:solidFill>
              </a:defRPr>
            </a:pPr>
            <a:r>
              <a:rPr sz="900" b="1" i="0">
                <a:solidFill>
                  <a:srgbClr val="AFC1B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21548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E7AA1-82DA-408A-B3F8-5EB88FA2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102B27"/>
                </a:solidFill>
              </a:defRPr>
            </a:defPPr>
            <a:lvl1pPr>
              <a:defRPr sz="2175" b="1" i="0">
                <a:solidFill>
                  <a:srgbClr val="102B27"/>
                </a:solidFill>
              </a:defRPr>
            </a:lvl1pPr>
            <a:lvl2pPr>
              <a:defRPr sz="2175" b="1" i="0">
                <a:solidFill>
                  <a:srgbClr val="102B27"/>
                </a:solidFill>
              </a:defRPr>
            </a:lvl2pPr>
            <a:lvl3pPr>
              <a:defRPr sz="2175" b="1" i="0">
                <a:solidFill>
                  <a:srgbClr val="102B27"/>
                </a:solidFill>
              </a:defRPr>
            </a:lvl3pPr>
            <a:lvl4pPr>
              <a:defRPr sz="2175" b="1" i="0">
                <a:solidFill>
                  <a:srgbClr val="102B27"/>
                </a:solidFill>
              </a:defRPr>
            </a:lvl4pPr>
            <a:lvl5pPr>
              <a:defRPr sz="2175" b="1" i="0">
                <a:solidFill>
                  <a:srgbClr val="102B27"/>
                </a:solidFill>
              </a:defRPr>
            </a:lvl5pPr>
            <a:lvl6pPr>
              <a:defRPr sz="2175" b="1" i="0">
                <a:solidFill>
                  <a:srgbClr val="102B27"/>
                </a:solidFill>
              </a:defRPr>
            </a:lvl6pPr>
            <a:lvl7pPr>
              <a:defRPr sz="2175" b="1" i="0">
                <a:solidFill>
                  <a:srgbClr val="102B27"/>
                </a:solidFill>
              </a:defRPr>
            </a:lvl7pPr>
            <a:lvl8pPr>
              <a:defRPr sz="2175" b="1" i="0">
                <a:solidFill>
                  <a:srgbClr val="102B27"/>
                </a:solidFill>
              </a:defRPr>
            </a:lvl8pPr>
            <a:lvl9pPr>
              <a:defRPr sz="217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102B27"/>
                </a:solidFill>
              </a:defRPr>
            </a:pPr>
            <a:r>
              <a:rPr sz="2175" b="1" i="0">
                <a:solidFill>
                  <a:srgbClr val="102B27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2FA3-0074-40F9-90E9-3E2DDC3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6EFF6-6F16-471D-8966-9861E619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102B27"/>
                </a:solidFill>
              </a:defRPr>
            </a:defPPr>
            <a:lvl1pPr>
              <a:defRPr sz="750" b="1" i="0">
                <a:solidFill>
                  <a:srgbClr val="102B27"/>
                </a:solidFill>
              </a:defRPr>
            </a:lvl1pPr>
            <a:lvl2pPr>
              <a:defRPr sz="750" b="1" i="0">
                <a:solidFill>
                  <a:srgbClr val="102B27"/>
                </a:solidFill>
              </a:defRPr>
            </a:lvl2pPr>
            <a:lvl3pPr>
              <a:defRPr sz="750" b="1" i="0">
                <a:solidFill>
                  <a:srgbClr val="102B27"/>
                </a:solidFill>
              </a:defRPr>
            </a:lvl3pPr>
            <a:lvl4pPr>
              <a:defRPr sz="750" b="1" i="0">
                <a:solidFill>
                  <a:srgbClr val="102B27"/>
                </a:solidFill>
              </a:defRPr>
            </a:lvl4pPr>
            <a:lvl5pPr>
              <a:defRPr sz="750" b="1" i="0">
                <a:solidFill>
                  <a:srgbClr val="102B27"/>
                </a:solidFill>
              </a:defRPr>
            </a:lvl5pPr>
            <a:lvl6pPr>
              <a:defRPr sz="750" b="1" i="0">
                <a:solidFill>
                  <a:srgbClr val="102B27"/>
                </a:solidFill>
              </a:defRPr>
            </a:lvl6pPr>
            <a:lvl7pPr>
              <a:defRPr sz="750" b="1" i="0">
                <a:solidFill>
                  <a:srgbClr val="102B27"/>
                </a:solidFill>
              </a:defRPr>
            </a:lvl7pPr>
            <a:lvl8pPr>
              <a:defRPr sz="750" b="1" i="0">
                <a:solidFill>
                  <a:srgbClr val="102B27"/>
                </a:solidFill>
              </a:defRPr>
            </a:lvl8pPr>
            <a:lvl9pPr>
              <a:defRPr sz="7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102B27"/>
                </a:solidFill>
              </a:defRPr>
            </a:pPr>
            <a:r>
              <a:rPr sz="750" b="1" i="0">
                <a:solidFill>
                  <a:srgbClr val="102B27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45288-423D-43CA-A375-84E68394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EC4E9A"/>
                </a:solidFill>
              </a:defRPr>
            </a:defPPr>
            <a:lvl1pPr>
              <a:defRPr sz="975" b="1" i="0">
                <a:solidFill>
                  <a:srgbClr val="EC4E9A"/>
                </a:solidFill>
              </a:defRPr>
            </a:lvl1pPr>
            <a:lvl2pPr>
              <a:defRPr sz="975" b="1" i="0">
                <a:solidFill>
                  <a:srgbClr val="EC4E9A"/>
                </a:solidFill>
              </a:defRPr>
            </a:lvl2pPr>
            <a:lvl3pPr>
              <a:defRPr sz="975" b="1" i="0">
                <a:solidFill>
                  <a:srgbClr val="EC4E9A"/>
                </a:solidFill>
              </a:defRPr>
            </a:lvl3pPr>
            <a:lvl4pPr>
              <a:defRPr sz="975" b="1" i="0">
                <a:solidFill>
                  <a:srgbClr val="EC4E9A"/>
                </a:solidFill>
              </a:defRPr>
            </a:lvl4pPr>
            <a:lvl5pPr>
              <a:defRPr sz="975" b="1" i="0">
                <a:solidFill>
                  <a:srgbClr val="EC4E9A"/>
                </a:solidFill>
              </a:defRPr>
            </a:lvl5pPr>
            <a:lvl6pPr>
              <a:defRPr sz="975" b="1" i="0">
                <a:solidFill>
                  <a:srgbClr val="EC4E9A"/>
                </a:solidFill>
              </a:defRPr>
            </a:lvl6pPr>
            <a:lvl7pPr>
              <a:defRPr sz="975" b="1" i="0">
                <a:solidFill>
                  <a:srgbClr val="EC4E9A"/>
                </a:solidFill>
              </a:defRPr>
            </a:lvl7pPr>
            <a:lvl8pPr>
              <a:defRPr sz="975" b="1" i="0">
                <a:solidFill>
                  <a:srgbClr val="EC4E9A"/>
                </a:solidFill>
              </a:defRPr>
            </a:lvl8pPr>
            <a:lvl9pPr>
              <a:defRPr sz="97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EC4E9A"/>
                </a:solidFill>
              </a:defRPr>
            </a:pPr>
            <a:r>
              <a:rPr sz="975" b="1" i="0">
                <a:solidFill>
                  <a:srgbClr val="EC4E9A"/>
                </a:solidFill>
              </a:rPr>
              <a:t>3 · ӘСЕР КАЛЬКУЛЯТОРЫ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D8947-E29C-453E-AC49-1BAEC78C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 i="0">
                <a:solidFill>
                  <a:srgbClr val="102B27"/>
                </a:solidFill>
              </a:defRPr>
            </a:defPPr>
            <a:lvl1pPr>
              <a:defRPr sz="3300" b="1" i="0">
                <a:solidFill>
                  <a:srgbClr val="102B27"/>
                </a:solidFill>
              </a:defRPr>
            </a:lvl1pPr>
            <a:lvl2pPr>
              <a:defRPr sz="3300" b="1" i="0">
                <a:solidFill>
                  <a:srgbClr val="102B27"/>
                </a:solidFill>
              </a:defRPr>
            </a:lvl2pPr>
            <a:lvl3pPr>
              <a:defRPr sz="3300" b="1" i="0">
                <a:solidFill>
                  <a:srgbClr val="102B27"/>
                </a:solidFill>
              </a:defRPr>
            </a:lvl3pPr>
            <a:lvl4pPr>
              <a:defRPr sz="3300" b="1" i="0">
                <a:solidFill>
                  <a:srgbClr val="102B27"/>
                </a:solidFill>
              </a:defRPr>
            </a:lvl4pPr>
            <a:lvl5pPr>
              <a:defRPr sz="3300" b="1" i="0">
                <a:solidFill>
                  <a:srgbClr val="102B27"/>
                </a:solidFill>
              </a:defRPr>
            </a:lvl5pPr>
            <a:lvl6pPr>
              <a:defRPr sz="3300" b="1" i="0">
                <a:solidFill>
                  <a:srgbClr val="102B27"/>
                </a:solidFill>
              </a:defRPr>
            </a:lvl6pPr>
            <a:lvl7pPr>
              <a:defRPr sz="3300" b="1" i="0">
                <a:solidFill>
                  <a:srgbClr val="102B27"/>
                </a:solidFill>
              </a:defRPr>
            </a:lvl7pPr>
            <a:lvl8pPr>
              <a:defRPr sz="3300" b="1" i="0">
                <a:solidFill>
                  <a:srgbClr val="102B27"/>
                </a:solidFill>
              </a:defRPr>
            </a:lvl8pPr>
            <a:lvl9pPr>
              <a:defRPr sz="33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3300" b="1" i="0">
                <a:solidFill>
                  <a:srgbClr val="102B27"/>
                </a:solidFill>
              </a:defRPr>
            </a:pPr>
            <a:r>
              <a:rPr sz="3300" b="1" i="0">
                <a:solidFill>
                  <a:srgbClr val="102B27"/>
                </a:solidFill>
              </a:rPr>
              <a:t>Пайдасы теңгемен және сағатпен көрінеді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C93A61F-4152-412F-8C50-195E18D44535}"/>
              </a:ext>
            </a:extLst>
          </p:cNvPr>
          <p:cNvGraphicFramePr/>
          <p:nvPr/>
        </p:nvGraphicFramePr>
        <p:xfrm>
          <a:off xmlns:a="http://schemas.openxmlformats.org/drawingml/2006/main" x="514350" y="2609850"/>
          <a:ext xmlns:a="http://schemas.openxmlformats.org/drawingml/2006/main" cx="56197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3b6665a1404ad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56B3E-516A-4942-A13C-CF49F6A8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51625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23C34"/>
          </a:solidFill>
          <a:ln xmlns:a="http://schemas.openxmlformats.org/drawingml/2006/main" w="0">
            <a:solidFill>
              <a:srgbClr val="123C34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90739-3134-43A2-8253-D46BE09CD5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f6d20ee324a71"/>
          <a:stretch xmlns:a="http://schemas.openxmlformats.org/drawingml/2006/main"/>
        </p:blipFill>
        <p:spPr>
          <a:xfrm xmlns:a="http://schemas.openxmlformats.org/drawingml/2006/main">
            <a:off x="7582869" y="2476500"/>
            <a:ext cx="3027013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E4C0B-1238-401E-8438-0F151773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EC4E9A"/>
                </a:solidFill>
              </a:defRPr>
            </a:defPPr>
            <a:lvl1pPr>
              <a:defRPr sz="1650" b="1" i="0">
                <a:solidFill>
                  <a:srgbClr val="EC4E9A"/>
                </a:solidFill>
              </a:defRPr>
            </a:lvl1pPr>
            <a:lvl2pPr>
              <a:defRPr sz="1650" b="1" i="0">
                <a:solidFill>
                  <a:srgbClr val="EC4E9A"/>
                </a:solidFill>
              </a:defRPr>
            </a:lvl2pPr>
            <a:lvl3pPr>
              <a:defRPr sz="1650" b="1" i="0">
                <a:solidFill>
                  <a:srgbClr val="EC4E9A"/>
                </a:solidFill>
              </a:defRPr>
            </a:lvl3pPr>
            <a:lvl4pPr>
              <a:defRPr sz="1650" b="1" i="0">
                <a:solidFill>
                  <a:srgbClr val="EC4E9A"/>
                </a:solidFill>
              </a:defRPr>
            </a:lvl4pPr>
            <a:lvl5pPr>
              <a:defRPr sz="1650" b="1" i="0">
                <a:solidFill>
                  <a:srgbClr val="EC4E9A"/>
                </a:solidFill>
              </a:defRPr>
            </a:lvl5pPr>
            <a:lvl6pPr>
              <a:defRPr sz="1650" b="1" i="0">
                <a:solidFill>
                  <a:srgbClr val="EC4E9A"/>
                </a:solidFill>
              </a:defRPr>
            </a:lvl6pPr>
            <a:lvl7pPr>
              <a:defRPr sz="1650" b="1" i="0">
                <a:solidFill>
                  <a:srgbClr val="EC4E9A"/>
                </a:solidFill>
              </a:defRPr>
            </a:lvl7pPr>
            <a:lvl8pPr>
              <a:defRPr sz="1650" b="1" i="0">
                <a:solidFill>
                  <a:srgbClr val="EC4E9A"/>
                </a:solidFill>
              </a:defRPr>
            </a:lvl8pPr>
            <a:lvl9pPr>
              <a:defRPr sz="1650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EC4E9A"/>
                </a:solidFill>
              </a:defRPr>
            </a:pPr>
            <a:r>
              <a:rPr sz="1650" b="1" i="0">
                <a:solidFill>
                  <a:srgbClr val="EC4E9A"/>
                </a:solidFill>
              </a:rPr>
              <a:t>+85 500 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459BB-7306-4316-A453-95E1048D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68776E"/>
                </a:solidFill>
              </a:defRPr>
            </a:defPPr>
            <a:lvl1pPr>
              <a:defRPr sz="975" b="0" i="0">
                <a:solidFill>
                  <a:srgbClr val="68776E"/>
                </a:solidFill>
              </a:defRPr>
            </a:lvl1pPr>
            <a:lvl2pPr>
              <a:defRPr sz="975" b="0" i="0">
                <a:solidFill>
                  <a:srgbClr val="68776E"/>
                </a:solidFill>
              </a:defRPr>
            </a:lvl2pPr>
            <a:lvl3pPr>
              <a:defRPr sz="975" b="0" i="0">
                <a:solidFill>
                  <a:srgbClr val="68776E"/>
                </a:solidFill>
              </a:defRPr>
            </a:lvl3pPr>
            <a:lvl4pPr>
              <a:defRPr sz="975" b="0" i="0">
                <a:solidFill>
                  <a:srgbClr val="68776E"/>
                </a:solidFill>
              </a:defRPr>
            </a:lvl4pPr>
            <a:lvl5pPr>
              <a:defRPr sz="975" b="0" i="0">
                <a:solidFill>
                  <a:srgbClr val="68776E"/>
                </a:solidFill>
              </a:defRPr>
            </a:lvl5pPr>
            <a:lvl6pPr>
              <a:defRPr sz="975" b="0" i="0">
                <a:solidFill>
                  <a:srgbClr val="68776E"/>
                </a:solidFill>
              </a:defRPr>
            </a:lvl6pPr>
            <a:lvl7pPr>
              <a:defRPr sz="975" b="0" i="0">
                <a:solidFill>
                  <a:srgbClr val="68776E"/>
                </a:solidFill>
              </a:defRPr>
            </a:lvl7pPr>
            <a:lvl8pPr>
              <a:defRPr sz="975" b="0" i="0">
                <a:solidFill>
                  <a:srgbClr val="68776E"/>
                </a:solidFill>
              </a:defRPr>
            </a:lvl8pPr>
            <a:lvl9pPr>
              <a:defRPr sz="9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68776E"/>
                </a:solidFill>
              </a:defRPr>
            </a:pPr>
            <a:r>
              <a:rPr sz="975" b="0" i="0">
                <a:solidFill>
                  <a:srgbClr val="68776E"/>
                </a:solidFill>
              </a:rPr>
              <a:t>айлық әсер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18F15-B7D5-4249-8AE3-0128DA10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24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02B27"/>
                </a:solidFill>
              </a:defRPr>
            </a:defPPr>
            <a:lvl1pPr>
              <a:defRPr sz="1650" b="1" i="0">
                <a:solidFill>
                  <a:srgbClr val="102B27"/>
                </a:solidFill>
              </a:defRPr>
            </a:lvl1pPr>
            <a:lvl2pPr>
              <a:defRPr sz="1650" b="1" i="0">
                <a:solidFill>
                  <a:srgbClr val="102B27"/>
                </a:solidFill>
              </a:defRPr>
            </a:lvl2pPr>
            <a:lvl3pPr>
              <a:defRPr sz="1650" b="1" i="0">
                <a:solidFill>
                  <a:srgbClr val="102B27"/>
                </a:solidFill>
              </a:defRPr>
            </a:lvl3pPr>
            <a:lvl4pPr>
              <a:defRPr sz="1650" b="1" i="0">
                <a:solidFill>
                  <a:srgbClr val="102B27"/>
                </a:solidFill>
              </a:defRPr>
            </a:lvl4pPr>
            <a:lvl5pPr>
              <a:defRPr sz="1650" b="1" i="0">
                <a:solidFill>
                  <a:srgbClr val="102B27"/>
                </a:solidFill>
              </a:defRPr>
            </a:lvl5pPr>
            <a:lvl6pPr>
              <a:defRPr sz="1650" b="1" i="0">
                <a:solidFill>
                  <a:srgbClr val="102B27"/>
                </a:solidFill>
              </a:defRPr>
            </a:lvl6pPr>
            <a:lvl7pPr>
              <a:defRPr sz="1650" b="1" i="0">
                <a:solidFill>
                  <a:srgbClr val="102B27"/>
                </a:solidFill>
              </a:defRPr>
            </a:lvl7pPr>
            <a:lvl8pPr>
              <a:defRPr sz="1650" b="1" i="0">
                <a:solidFill>
                  <a:srgbClr val="102B27"/>
                </a:solidFill>
              </a:defRPr>
            </a:lvl8pPr>
            <a:lvl9pPr>
              <a:defRPr sz="16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102B27"/>
                </a:solidFill>
              </a:defRPr>
            </a:pPr>
            <a:r>
              <a:rPr sz="1650" b="1" i="0">
                <a:solidFill>
                  <a:srgbClr val="102B27"/>
                </a:solidFill>
              </a:rPr>
              <a:t>1,8 ай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9E43E-FDC9-4883-9AAD-7D106700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68776E"/>
                </a:solidFill>
              </a:defRPr>
            </a:defPPr>
            <a:lvl1pPr>
              <a:defRPr sz="975" b="0" i="0">
                <a:solidFill>
                  <a:srgbClr val="68776E"/>
                </a:solidFill>
              </a:defRPr>
            </a:lvl1pPr>
            <a:lvl2pPr>
              <a:defRPr sz="975" b="0" i="0">
                <a:solidFill>
                  <a:srgbClr val="68776E"/>
                </a:solidFill>
              </a:defRPr>
            </a:lvl2pPr>
            <a:lvl3pPr>
              <a:defRPr sz="975" b="0" i="0">
                <a:solidFill>
                  <a:srgbClr val="68776E"/>
                </a:solidFill>
              </a:defRPr>
            </a:lvl3pPr>
            <a:lvl4pPr>
              <a:defRPr sz="975" b="0" i="0">
                <a:solidFill>
                  <a:srgbClr val="68776E"/>
                </a:solidFill>
              </a:defRPr>
            </a:lvl4pPr>
            <a:lvl5pPr>
              <a:defRPr sz="975" b="0" i="0">
                <a:solidFill>
                  <a:srgbClr val="68776E"/>
                </a:solidFill>
              </a:defRPr>
            </a:lvl5pPr>
            <a:lvl6pPr>
              <a:defRPr sz="975" b="0" i="0">
                <a:solidFill>
                  <a:srgbClr val="68776E"/>
                </a:solidFill>
              </a:defRPr>
            </a:lvl6pPr>
            <a:lvl7pPr>
              <a:defRPr sz="975" b="0" i="0">
                <a:solidFill>
                  <a:srgbClr val="68776E"/>
                </a:solidFill>
              </a:defRPr>
            </a:lvl7pPr>
            <a:lvl8pPr>
              <a:defRPr sz="975" b="0" i="0">
                <a:solidFill>
                  <a:srgbClr val="68776E"/>
                </a:solidFill>
              </a:defRPr>
            </a:lvl8pPr>
            <a:lvl9pPr>
              <a:defRPr sz="9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68776E"/>
                </a:solidFill>
              </a:defRPr>
            </a:pPr>
            <a:r>
              <a:rPr sz="975" b="0" i="0">
                <a:solidFill>
                  <a:srgbClr val="68776E"/>
                </a:solidFill>
              </a:rPr>
              <a:t>өтелу мерзімі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4723B-D7DE-4BCD-AEE1-AD5D2924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02B27"/>
                </a:solidFill>
              </a:defRPr>
            </a:defPPr>
            <a:lvl1pPr>
              <a:defRPr sz="1650" b="1" i="0">
                <a:solidFill>
                  <a:srgbClr val="102B27"/>
                </a:solidFill>
              </a:defRPr>
            </a:lvl1pPr>
            <a:lvl2pPr>
              <a:defRPr sz="1650" b="1" i="0">
                <a:solidFill>
                  <a:srgbClr val="102B27"/>
                </a:solidFill>
              </a:defRPr>
            </a:lvl2pPr>
            <a:lvl3pPr>
              <a:defRPr sz="1650" b="1" i="0">
                <a:solidFill>
                  <a:srgbClr val="102B27"/>
                </a:solidFill>
              </a:defRPr>
            </a:lvl3pPr>
            <a:lvl4pPr>
              <a:defRPr sz="1650" b="1" i="0">
                <a:solidFill>
                  <a:srgbClr val="102B27"/>
                </a:solidFill>
              </a:defRPr>
            </a:lvl4pPr>
            <a:lvl5pPr>
              <a:defRPr sz="1650" b="1" i="0">
                <a:solidFill>
                  <a:srgbClr val="102B27"/>
                </a:solidFill>
              </a:defRPr>
            </a:lvl5pPr>
            <a:lvl6pPr>
              <a:defRPr sz="1650" b="1" i="0">
                <a:solidFill>
                  <a:srgbClr val="102B27"/>
                </a:solidFill>
              </a:defRPr>
            </a:lvl6pPr>
            <a:lvl7pPr>
              <a:defRPr sz="1650" b="1" i="0">
                <a:solidFill>
                  <a:srgbClr val="102B27"/>
                </a:solidFill>
              </a:defRPr>
            </a:lvl7pPr>
            <a:lvl8pPr>
              <a:defRPr sz="1650" b="1" i="0">
                <a:solidFill>
                  <a:srgbClr val="102B27"/>
                </a:solidFill>
              </a:defRPr>
            </a:lvl8pPr>
            <a:lvl9pPr>
              <a:defRPr sz="16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102B27"/>
                </a:solidFill>
              </a:defRPr>
            </a:pPr>
            <a:r>
              <a:rPr sz="1650" b="1" i="0">
                <a:solidFill>
                  <a:srgbClr val="102B27"/>
                </a:solidFill>
              </a:rPr>
              <a:t>43,3 сағ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9046E-DB82-4558-B5CB-5AB40EA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674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68776E"/>
                </a:solidFill>
              </a:defRPr>
            </a:defPPr>
            <a:lvl1pPr>
              <a:defRPr sz="975" b="0" i="0">
                <a:solidFill>
                  <a:srgbClr val="68776E"/>
                </a:solidFill>
              </a:defRPr>
            </a:lvl1pPr>
            <a:lvl2pPr>
              <a:defRPr sz="975" b="0" i="0">
                <a:solidFill>
                  <a:srgbClr val="68776E"/>
                </a:solidFill>
              </a:defRPr>
            </a:lvl2pPr>
            <a:lvl3pPr>
              <a:defRPr sz="975" b="0" i="0">
                <a:solidFill>
                  <a:srgbClr val="68776E"/>
                </a:solidFill>
              </a:defRPr>
            </a:lvl3pPr>
            <a:lvl4pPr>
              <a:defRPr sz="975" b="0" i="0">
                <a:solidFill>
                  <a:srgbClr val="68776E"/>
                </a:solidFill>
              </a:defRPr>
            </a:lvl4pPr>
            <a:lvl5pPr>
              <a:defRPr sz="975" b="0" i="0">
                <a:solidFill>
                  <a:srgbClr val="68776E"/>
                </a:solidFill>
              </a:defRPr>
            </a:lvl5pPr>
            <a:lvl6pPr>
              <a:defRPr sz="975" b="0" i="0">
                <a:solidFill>
                  <a:srgbClr val="68776E"/>
                </a:solidFill>
              </a:defRPr>
            </a:lvl6pPr>
            <a:lvl7pPr>
              <a:defRPr sz="975" b="0" i="0">
                <a:solidFill>
                  <a:srgbClr val="68776E"/>
                </a:solidFill>
              </a:defRPr>
            </a:lvl7pPr>
            <a:lvl8pPr>
              <a:defRPr sz="975" b="0" i="0">
                <a:solidFill>
                  <a:srgbClr val="68776E"/>
                </a:solidFill>
              </a:defRPr>
            </a:lvl8pPr>
            <a:lvl9pPr>
              <a:defRPr sz="9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68776E"/>
                </a:solidFill>
              </a:defRPr>
            </a:pPr>
            <a:r>
              <a:rPr sz="975" b="0" i="0">
                <a:solidFill>
                  <a:srgbClr val="68776E"/>
                </a:solidFill>
              </a:rPr>
              <a:t>босаған уақыт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12032-4A07-47B1-86B1-8A26DB5E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67400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68776E"/>
                </a:solidFill>
              </a:defRPr>
            </a:defPPr>
            <a:lvl1pPr>
              <a:defRPr sz="975" b="0" i="0">
                <a:solidFill>
                  <a:srgbClr val="68776E"/>
                </a:solidFill>
              </a:defRPr>
            </a:lvl1pPr>
            <a:lvl2pPr>
              <a:defRPr sz="975" b="0" i="0">
                <a:solidFill>
                  <a:srgbClr val="68776E"/>
                </a:solidFill>
              </a:defRPr>
            </a:lvl2pPr>
            <a:lvl3pPr>
              <a:defRPr sz="975" b="0" i="0">
                <a:solidFill>
                  <a:srgbClr val="68776E"/>
                </a:solidFill>
              </a:defRPr>
            </a:lvl3pPr>
            <a:lvl4pPr>
              <a:defRPr sz="975" b="0" i="0">
                <a:solidFill>
                  <a:srgbClr val="68776E"/>
                </a:solidFill>
              </a:defRPr>
            </a:lvl4pPr>
            <a:lvl5pPr>
              <a:defRPr sz="975" b="0" i="0">
                <a:solidFill>
                  <a:srgbClr val="68776E"/>
                </a:solidFill>
              </a:defRPr>
            </a:lvl5pPr>
            <a:lvl6pPr>
              <a:defRPr sz="975" b="0" i="0">
                <a:solidFill>
                  <a:srgbClr val="68776E"/>
                </a:solidFill>
              </a:defRPr>
            </a:lvl6pPr>
            <a:lvl7pPr>
              <a:defRPr sz="975" b="0" i="0">
                <a:solidFill>
                  <a:srgbClr val="68776E"/>
                </a:solidFill>
              </a:defRPr>
            </a:lvl7pPr>
            <a:lvl8pPr>
              <a:defRPr sz="975" b="0" i="0">
                <a:solidFill>
                  <a:srgbClr val="68776E"/>
                </a:solidFill>
              </a:defRPr>
            </a:lvl8pPr>
            <a:lvl9pPr>
              <a:defRPr sz="97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68776E"/>
                </a:solidFill>
              </a:defRPr>
            </a:pPr>
            <a:r>
              <a:rPr sz="975" b="0" i="0">
                <a:solidFill>
                  <a:srgbClr val="68776E"/>
                </a:solidFill>
              </a:rPr>
              <a:t>Демо-сценарий. Нақты әсер пилот дерегімен тексеріледі.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D5094-A862-4258-BD6C-D7770D99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68776E"/>
                </a:solidFill>
              </a:defRPr>
            </a:defPPr>
            <a:lvl1pPr>
              <a:defRPr sz="900" b="1" i="0">
                <a:solidFill>
                  <a:srgbClr val="68776E"/>
                </a:solidFill>
              </a:defRPr>
            </a:lvl1pPr>
            <a:lvl2pPr>
              <a:defRPr sz="900" b="1" i="0">
                <a:solidFill>
                  <a:srgbClr val="68776E"/>
                </a:solidFill>
              </a:defRPr>
            </a:lvl2pPr>
            <a:lvl3pPr>
              <a:defRPr sz="900" b="1" i="0">
                <a:solidFill>
                  <a:srgbClr val="68776E"/>
                </a:solidFill>
              </a:defRPr>
            </a:lvl3pPr>
            <a:lvl4pPr>
              <a:defRPr sz="900" b="1" i="0">
                <a:solidFill>
                  <a:srgbClr val="68776E"/>
                </a:solidFill>
              </a:defRPr>
            </a:lvl4pPr>
            <a:lvl5pPr>
              <a:defRPr sz="900" b="1" i="0">
                <a:solidFill>
                  <a:srgbClr val="68776E"/>
                </a:solidFill>
              </a:defRPr>
            </a:lvl5pPr>
            <a:lvl6pPr>
              <a:defRPr sz="900" b="1" i="0">
                <a:solidFill>
                  <a:srgbClr val="68776E"/>
                </a:solidFill>
              </a:defRPr>
            </a:lvl6pPr>
            <a:lvl7pPr>
              <a:defRPr sz="900" b="1" i="0">
                <a:solidFill>
                  <a:srgbClr val="68776E"/>
                </a:solidFill>
              </a:defRPr>
            </a:lvl7pPr>
            <a:lvl8pPr>
              <a:defRPr sz="900" b="1" i="0">
                <a:solidFill>
                  <a:srgbClr val="68776E"/>
                </a:solidFill>
              </a:defRPr>
            </a:lvl8pPr>
            <a:lvl9pPr>
              <a:defRPr sz="90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68776E"/>
                </a:solidFill>
              </a:defRPr>
            </a:pPr>
            <a:r>
              <a:rPr sz="900" b="1" i="0">
                <a:solidFill>
                  <a:srgbClr val="68776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3150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DE4BB-493F-425B-AB56-1B8D9CD3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102B27"/>
                </a:solidFill>
              </a:defRPr>
            </a:defPPr>
            <a:lvl1pPr>
              <a:defRPr sz="2175" b="1" i="0">
                <a:solidFill>
                  <a:srgbClr val="102B27"/>
                </a:solidFill>
              </a:defRPr>
            </a:lvl1pPr>
            <a:lvl2pPr>
              <a:defRPr sz="2175" b="1" i="0">
                <a:solidFill>
                  <a:srgbClr val="102B27"/>
                </a:solidFill>
              </a:defRPr>
            </a:lvl2pPr>
            <a:lvl3pPr>
              <a:defRPr sz="2175" b="1" i="0">
                <a:solidFill>
                  <a:srgbClr val="102B27"/>
                </a:solidFill>
              </a:defRPr>
            </a:lvl3pPr>
            <a:lvl4pPr>
              <a:defRPr sz="2175" b="1" i="0">
                <a:solidFill>
                  <a:srgbClr val="102B27"/>
                </a:solidFill>
              </a:defRPr>
            </a:lvl4pPr>
            <a:lvl5pPr>
              <a:defRPr sz="2175" b="1" i="0">
                <a:solidFill>
                  <a:srgbClr val="102B27"/>
                </a:solidFill>
              </a:defRPr>
            </a:lvl5pPr>
            <a:lvl6pPr>
              <a:defRPr sz="2175" b="1" i="0">
                <a:solidFill>
                  <a:srgbClr val="102B27"/>
                </a:solidFill>
              </a:defRPr>
            </a:lvl6pPr>
            <a:lvl7pPr>
              <a:defRPr sz="2175" b="1" i="0">
                <a:solidFill>
                  <a:srgbClr val="102B27"/>
                </a:solidFill>
              </a:defRPr>
            </a:lvl7pPr>
            <a:lvl8pPr>
              <a:defRPr sz="2175" b="1" i="0">
                <a:solidFill>
                  <a:srgbClr val="102B27"/>
                </a:solidFill>
              </a:defRPr>
            </a:lvl8pPr>
            <a:lvl9pPr>
              <a:defRPr sz="217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102B27"/>
                </a:solidFill>
              </a:defRPr>
            </a:pPr>
            <a:r>
              <a:rPr sz="2175" b="1" i="0">
                <a:solidFill>
                  <a:srgbClr val="102B27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2DD83-B90F-4CBE-B43D-74CE1DA8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83E90-0A80-4401-A5A4-3F983C17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102B27"/>
                </a:solidFill>
              </a:defRPr>
            </a:defPPr>
            <a:lvl1pPr>
              <a:defRPr sz="750" b="1" i="0">
                <a:solidFill>
                  <a:srgbClr val="102B27"/>
                </a:solidFill>
              </a:defRPr>
            </a:lvl1pPr>
            <a:lvl2pPr>
              <a:defRPr sz="750" b="1" i="0">
                <a:solidFill>
                  <a:srgbClr val="102B27"/>
                </a:solidFill>
              </a:defRPr>
            </a:lvl2pPr>
            <a:lvl3pPr>
              <a:defRPr sz="750" b="1" i="0">
                <a:solidFill>
                  <a:srgbClr val="102B27"/>
                </a:solidFill>
              </a:defRPr>
            </a:lvl3pPr>
            <a:lvl4pPr>
              <a:defRPr sz="750" b="1" i="0">
                <a:solidFill>
                  <a:srgbClr val="102B27"/>
                </a:solidFill>
              </a:defRPr>
            </a:lvl4pPr>
            <a:lvl5pPr>
              <a:defRPr sz="750" b="1" i="0">
                <a:solidFill>
                  <a:srgbClr val="102B27"/>
                </a:solidFill>
              </a:defRPr>
            </a:lvl5pPr>
            <a:lvl6pPr>
              <a:defRPr sz="750" b="1" i="0">
                <a:solidFill>
                  <a:srgbClr val="102B27"/>
                </a:solidFill>
              </a:defRPr>
            </a:lvl6pPr>
            <a:lvl7pPr>
              <a:defRPr sz="750" b="1" i="0">
                <a:solidFill>
                  <a:srgbClr val="102B27"/>
                </a:solidFill>
              </a:defRPr>
            </a:lvl7pPr>
            <a:lvl8pPr>
              <a:defRPr sz="750" b="1" i="0">
                <a:solidFill>
                  <a:srgbClr val="102B27"/>
                </a:solidFill>
              </a:defRPr>
            </a:lvl8pPr>
            <a:lvl9pPr>
              <a:defRPr sz="7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102B27"/>
                </a:solidFill>
              </a:defRPr>
            </a:pPr>
            <a:r>
              <a:rPr sz="750" b="1" i="0">
                <a:solidFill>
                  <a:srgbClr val="102B27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AC0D9-77B9-4212-B999-20FF1A41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EC4E9A"/>
                </a:solidFill>
              </a:defRPr>
            </a:defPPr>
            <a:lvl1pPr>
              <a:defRPr sz="975" b="1" i="0">
                <a:solidFill>
                  <a:srgbClr val="EC4E9A"/>
                </a:solidFill>
              </a:defRPr>
            </a:lvl1pPr>
            <a:lvl2pPr>
              <a:defRPr sz="975" b="1" i="0">
                <a:solidFill>
                  <a:srgbClr val="EC4E9A"/>
                </a:solidFill>
              </a:defRPr>
            </a:lvl2pPr>
            <a:lvl3pPr>
              <a:defRPr sz="975" b="1" i="0">
                <a:solidFill>
                  <a:srgbClr val="EC4E9A"/>
                </a:solidFill>
              </a:defRPr>
            </a:lvl3pPr>
            <a:lvl4pPr>
              <a:defRPr sz="975" b="1" i="0">
                <a:solidFill>
                  <a:srgbClr val="EC4E9A"/>
                </a:solidFill>
              </a:defRPr>
            </a:lvl4pPr>
            <a:lvl5pPr>
              <a:defRPr sz="975" b="1" i="0">
                <a:solidFill>
                  <a:srgbClr val="EC4E9A"/>
                </a:solidFill>
              </a:defRPr>
            </a:lvl5pPr>
            <a:lvl6pPr>
              <a:defRPr sz="975" b="1" i="0">
                <a:solidFill>
                  <a:srgbClr val="EC4E9A"/>
                </a:solidFill>
              </a:defRPr>
            </a:lvl6pPr>
            <a:lvl7pPr>
              <a:defRPr sz="975" b="1" i="0">
                <a:solidFill>
                  <a:srgbClr val="EC4E9A"/>
                </a:solidFill>
              </a:defRPr>
            </a:lvl7pPr>
            <a:lvl8pPr>
              <a:defRPr sz="975" b="1" i="0">
                <a:solidFill>
                  <a:srgbClr val="EC4E9A"/>
                </a:solidFill>
              </a:defRPr>
            </a:lvl8pPr>
            <a:lvl9pPr>
              <a:defRPr sz="975" b="1" i="0">
                <a:solidFill>
                  <a:srgbClr val="EC4E9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EC4E9A"/>
                </a:solidFill>
              </a:defRPr>
            </a:pPr>
            <a:r>
              <a:rPr sz="975" b="1" i="0">
                <a:solidFill>
                  <a:srgbClr val="EC4E9A"/>
                </a:solidFill>
              </a:rPr>
              <a:t>AI FOR SME &amp; LOCAL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2D874-1F4A-48AB-869C-0227A0E9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 i="0">
                <a:solidFill>
                  <a:srgbClr val="102B27"/>
                </a:solidFill>
              </a:defRPr>
            </a:defPPr>
            <a:lvl1pPr>
              <a:defRPr sz="3300" b="1" i="0">
                <a:solidFill>
                  <a:srgbClr val="102B27"/>
                </a:solidFill>
              </a:defRPr>
            </a:lvl1pPr>
            <a:lvl2pPr>
              <a:defRPr sz="3300" b="1" i="0">
                <a:solidFill>
                  <a:srgbClr val="102B27"/>
                </a:solidFill>
              </a:defRPr>
            </a:lvl2pPr>
            <a:lvl3pPr>
              <a:defRPr sz="3300" b="1" i="0">
                <a:solidFill>
                  <a:srgbClr val="102B27"/>
                </a:solidFill>
              </a:defRPr>
            </a:lvl3pPr>
            <a:lvl4pPr>
              <a:defRPr sz="3300" b="1" i="0">
                <a:solidFill>
                  <a:srgbClr val="102B27"/>
                </a:solidFill>
              </a:defRPr>
            </a:lvl4pPr>
            <a:lvl5pPr>
              <a:defRPr sz="3300" b="1" i="0">
                <a:solidFill>
                  <a:srgbClr val="102B27"/>
                </a:solidFill>
              </a:defRPr>
            </a:lvl5pPr>
            <a:lvl6pPr>
              <a:defRPr sz="3300" b="1" i="0">
                <a:solidFill>
                  <a:srgbClr val="102B27"/>
                </a:solidFill>
              </a:defRPr>
            </a:lvl6pPr>
            <a:lvl7pPr>
              <a:defRPr sz="3300" b="1" i="0">
                <a:solidFill>
                  <a:srgbClr val="102B27"/>
                </a:solidFill>
              </a:defRPr>
            </a:lvl7pPr>
            <a:lvl8pPr>
              <a:defRPr sz="3300" b="1" i="0">
                <a:solidFill>
                  <a:srgbClr val="102B27"/>
                </a:solidFill>
              </a:defRPr>
            </a:lvl8pPr>
            <a:lvl9pPr>
              <a:defRPr sz="33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3300" b="1" i="0">
                <a:solidFill>
                  <a:srgbClr val="102B27"/>
                </a:solidFill>
              </a:defRPr>
            </a:pPr>
            <a:r>
              <a:rPr sz="3300" b="1" i="0">
                <a:solidFill>
                  <a:srgbClr val="102B27"/>
                </a:solidFill>
              </a:rPr>
              <a:t>Трек мақсатына дәл келеді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5A278-6C9C-4C90-A2FC-987EE854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68776E"/>
                </a:solidFill>
              </a:defRPr>
            </a:defPPr>
            <a:lvl1pPr>
              <a:defRPr sz="1725" b="0" i="0">
                <a:solidFill>
                  <a:srgbClr val="68776E"/>
                </a:solidFill>
              </a:defRPr>
            </a:lvl1pPr>
            <a:lvl2pPr>
              <a:defRPr sz="1725" b="0" i="0">
                <a:solidFill>
                  <a:srgbClr val="68776E"/>
                </a:solidFill>
              </a:defRPr>
            </a:lvl2pPr>
            <a:lvl3pPr>
              <a:defRPr sz="1725" b="0" i="0">
                <a:solidFill>
                  <a:srgbClr val="68776E"/>
                </a:solidFill>
              </a:defRPr>
            </a:lvl3pPr>
            <a:lvl4pPr>
              <a:defRPr sz="1725" b="0" i="0">
                <a:solidFill>
                  <a:srgbClr val="68776E"/>
                </a:solidFill>
              </a:defRPr>
            </a:lvl4pPr>
            <a:lvl5pPr>
              <a:defRPr sz="1725" b="0" i="0">
                <a:solidFill>
                  <a:srgbClr val="68776E"/>
                </a:solidFill>
              </a:defRPr>
            </a:lvl5pPr>
            <a:lvl6pPr>
              <a:defRPr sz="1725" b="0" i="0">
                <a:solidFill>
                  <a:srgbClr val="68776E"/>
                </a:solidFill>
              </a:defRPr>
            </a:lvl6pPr>
            <a:lvl7pPr>
              <a:defRPr sz="1725" b="0" i="0">
                <a:solidFill>
                  <a:srgbClr val="68776E"/>
                </a:solidFill>
              </a:defRPr>
            </a:lvl7pPr>
            <a:lvl8pPr>
              <a:defRPr sz="1725" b="0" i="0">
                <a:solidFill>
                  <a:srgbClr val="68776E"/>
                </a:solidFill>
              </a:defRPr>
            </a:lvl8pPr>
            <a:lvl9pPr>
              <a:defRPr sz="1725" b="0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1725" b="0" i="0">
                <a:solidFill>
                  <a:srgbClr val="68776E"/>
                </a:solidFill>
              </a:defRPr>
            </a:pPr>
            <a:r>
              <a:rPr sz="1725" b="0" i="0">
                <a:solidFill>
                  <a:srgbClr val="68776E"/>
                </a:solidFill>
              </a:rPr>
              <a:t>SaNa жергілікті бизнеске табыс өсімін, шығынды азайтуды және рутинаны автоматтандыруды көрсетеді.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915E6-05B2-401F-90DB-615FE281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1163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CD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3CB86-49CE-4C81-8F98-D4F0ECF675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bfae3418e4ea8"/>
          <a:stretch xmlns:a="http://schemas.openxmlformats.org/drawingml/2006/main"/>
        </p:blipFill>
        <p:spPr>
          <a:xfrm xmlns:a="http://schemas.openxmlformats.org/drawingml/2006/main">
            <a:off x="3460535" y="2724150"/>
            <a:ext cx="5270929" cy="2228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CA0D9-BBF7-4289-A210-3811CA74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3333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C7F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DBE14-984D-4E6B-B422-DE2A1D13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102B27"/>
                </a:solidFill>
              </a:defRPr>
            </a:defPPr>
            <a:lvl1pPr>
              <a:defRPr sz="1125" b="1" i="0">
                <a:solidFill>
                  <a:srgbClr val="102B27"/>
                </a:solidFill>
              </a:defRPr>
            </a:lvl1pPr>
            <a:lvl2pPr>
              <a:defRPr sz="1125" b="1" i="0">
                <a:solidFill>
                  <a:srgbClr val="102B27"/>
                </a:solidFill>
              </a:defRPr>
            </a:lvl2pPr>
            <a:lvl3pPr>
              <a:defRPr sz="1125" b="1" i="0">
                <a:solidFill>
                  <a:srgbClr val="102B27"/>
                </a:solidFill>
              </a:defRPr>
            </a:lvl3pPr>
            <a:lvl4pPr>
              <a:defRPr sz="1125" b="1" i="0">
                <a:solidFill>
                  <a:srgbClr val="102B27"/>
                </a:solidFill>
              </a:defRPr>
            </a:lvl4pPr>
            <a:lvl5pPr>
              <a:defRPr sz="1125" b="1" i="0">
                <a:solidFill>
                  <a:srgbClr val="102B27"/>
                </a:solidFill>
              </a:defRPr>
            </a:lvl5pPr>
            <a:lvl6pPr>
              <a:defRPr sz="1125" b="1" i="0">
                <a:solidFill>
                  <a:srgbClr val="102B27"/>
                </a:solidFill>
              </a:defRPr>
            </a:lvl6pPr>
            <a:lvl7pPr>
              <a:defRPr sz="1125" b="1" i="0">
                <a:solidFill>
                  <a:srgbClr val="102B27"/>
                </a:solidFill>
              </a:defRPr>
            </a:lvl7pPr>
            <a:lvl8pPr>
              <a:defRPr sz="1125" b="1" i="0">
                <a:solidFill>
                  <a:srgbClr val="102B27"/>
                </a:solidFill>
              </a:defRPr>
            </a:lvl8pPr>
            <a:lvl9pPr>
              <a:defRPr sz="112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102B27"/>
                </a:solidFill>
              </a:defRPr>
            </a:pPr>
            <a:r>
              <a:rPr sz="1125" b="1" i="0">
                <a:solidFill>
                  <a:srgbClr val="102B27"/>
                </a:solidFill>
              </a:rPr>
              <a:t>ТАБЫС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AB733-6771-4959-9E7B-8C149965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102B27"/>
                </a:solidFill>
              </a:defRPr>
            </a:defPPr>
            <a:lvl1pPr>
              <a:defRPr sz="1275" b="1" i="0">
                <a:solidFill>
                  <a:srgbClr val="102B27"/>
                </a:solidFill>
              </a:defRPr>
            </a:lvl1pPr>
            <a:lvl2pPr>
              <a:defRPr sz="1275" b="1" i="0">
                <a:solidFill>
                  <a:srgbClr val="102B27"/>
                </a:solidFill>
              </a:defRPr>
            </a:lvl2pPr>
            <a:lvl3pPr>
              <a:defRPr sz="1275" b="1" i="0">
                <a:solidFill>
                  <a:srgbClr val="102B27"/>
                </a:solidFill>
              </a:defRPr>
            </a:lvl3pPr>
            <a:lvl4pPr>
              <a:defRPr sz="1275" b="1" i="0">
                <a:solidFill>
                  <a:srgbClr val="102B27"/>
                </a:solidFill>
              </a:defRPr>
            </a:lvl4pPr>
            <a:lvl5pPr>
              <a:defRPr sz="1275" b="1" i="0">
                <a:solidFill>
                  <a:srgbClr val="102B27"/>
                </a:solidFill>
              </a:defRPr>
            </a:lvl5pPr>
            <a:lvl6pPr>
              <a:defRPr sz="1275" b="1" i="0">
                <a:solidFill>
                  <a:srgbClr val="102B27"/>
                </a:solidFill>
              </a:defRPr>
            </a:lvl6pPr>
            <a:lvl7pPr>
              <a:defRPr sz="1275" b="1" i="0">
                <a:solidFill>
                  <a:srgbClr val="102B27"/>
                </a:solidFill>
              </a:defRPr>
            </a:lvl7pPr>
            <a:lvl8pPr>
              <a:defRPr sz="1275" b="1" i="0">
                <a:solidFill>
                  <a:srgbClr val="102B27"/>
                </a:solidFill>
              </a:defRPr>
            </a:lvl8pPr>
            <a:lvl9pPr>
              <a:defRPr sz="127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102B27"/>
                </a:solidFill>
              </a:defRPr>
            </a:pPr>
            <a:r>
              <a:rPr sz="1275" b="1" i="0">
                <a:solidFill>
                  <a:srgbClr val="102B27"/>
                </a:solidFill>
              </a:rPr>
              <a:t>Қайта келетін клиент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18FD0-A2C8-42CC-8D2F-8D2C8FAE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34000"/>
            <a:ext cx="3333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43D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40CE1-E50F-4ABE-9624-FF9BE697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768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102B27"/>
                </a:solidFill>
              </a:defRPr>
            </a:defPPr>
            <a:lvl1pPr>
              <a:defRPr sz="1125" b="1" i="0">
                <a:solidFill>
                  <a:srgbClr val="102B27"/>
                </a:solidFill>
              </a:defRPr>
            </a:lvl1pPr>
            <a:lvl2pPr>
              <a:defRPr sz="1125" b="1" i="0">
                <a:solidFill>
                  <a:srgbClr val="102B27"/>
                </a:solidFill>
              </a:defRPr>
            </a:lvl2pPr>
            <a:lvl3pPr>
              <a:defRPr sz="1125" b="1" i="0">
                <a:solidFill>
                  <a:srgbClr val="102B27"/>
                </a:solidFill>
              </a:defRPr>
            </a:lvl3pPr>
            <a:lvl4pPr>
              <a:defRPr sz="1125" b="1" i="0">
                <a:solidFill>
                  <a:srgbClr val="102B27"/>
                </a:solidFill>
              </a:defRPr>
            </a:lvl4pPr>
            <a:lvl5pPr>
              <a:defRPr sz="1125" b="1" i="0">
                <a:solidFill>
                  <a:srgbClr val="102B27"/>
                </a:solidFill>
              </a:defRPr>
            </a:lvl5pPr>
            <a:lvl6pPr>
              <a:defRPr sz="1125" b="1" i="0">
                <a:solidFill>
                  <a:srgbClr val="102B27"/>
                </a:solidFill>
              </a:defRPr>
            </a:lvl6pPr>
            <a:lvl7pPr>
              <a:defRPr sz="1125" b="1" i="0">
                <a:solidFill>
                  <a:srgbClr val="102B27"/>
                </a:solidFill>
              </a:defRPr>
            </a:lvl7pPr>
            <a:lvl8pPr>
              <a:defRPr sz="1125" b="1" i="0">
                <a:solidFill>
                  <a:srgbClr val="102B27"/>
                </a:solidFill>
              </a:defRPr>
            </a:lvl8pPr>
            <a:lvl9pPr>
              <a:defRPr sz="112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102B27"/>
                </a:solidFill>
              </a:defRPr>
            </a:pPr>
            <a:r>
              <a:rPr sz="1125" b="1" i="0">
                <a:solidFill>
                  <a:srgbClr val="102B27"/>
                </a:solidFill>
              </a:rPr>
              <a:t>ШЫҒЫН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D90DF-9B67-42FA-9E75-21D51692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768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102B27"/>
                </a:solidFill>
              </a:defRPr>
            </a:defPPr>
            <a:lvl1pPr>
              <a:defRPr sz="1275" b="1" i="0">
                <a:solidFill>
                  <a:srgbClr val="102B27"/>
                </a:solidFill>
              </a:defRPr>
            </a:lvl1pPr>
            <a:lvl2pPr>
              <a:defRPr sz="1275" b="1" i="0">
                <a:solidFill>
                  <a:srgbClr val="102B27"/>
                </a:solidFill>
              </a:defRPr>
            </a:lvl2pPr>
            <a:lvl3pPr>
              <a:defRPr sz="1275" b="1" i="0">
                <a:solidFill>
                  <a:srgbClr val="102B27"/>
                </a:solidFill>
              </a:defRPr>
            </a:lvl3pPr>
            <a:lvl4pPr>
              <a:defRPr sz="1275" b="1" i="0">
                <a:solidFill>
                  <a:srgbClr val="102B27"/>
                </a:solidFill>
              </a:defRPr>
            </a:lvl4pPr>
            <a:lvl5pPr>
              <a:defRPr sz="1275" b="1" i="0">
                <a:solidFill>
                  <a:srgbClr val="102B27"/>
                </a:solidFill>
              </a:defRPr>
            </a:lvl5pPr>
            <a:lvl6pPr>
              <a:defRPr sz="1275" b="1" i="0">
                <a:solidFill>
                  <a:srgbClr val="102B27"/>
                </a:solidFill>
              </a:defRPr>
            </a:lvl6pPr>
            <a:lvl7pPr>
              <a:defRPr sz="1275" b="1" i="0">
                <a:solidFill>
                  <a:srgbClr val="102B27"/>
                </a:solidFill>
              </a:defRPr>
            </a:lvl7pPr>
            <a:lvl8pPr>
              <a:defRPr sz="1275" b="1" i="0">
                <a:solidFill>
                  <a:srgbClr val="102B27"/>
                </a:solidFill>
              </a:defRPr>
            </a:lvl8pPr>
            <a:lvl9pPr>
              <a:defRPr sz="127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102B27"/>
                </a:solidFill>
              </a:defRPr>
            </a:pPr>
            <a:r>
              <a:rPr sz="1275" b="1" i="0">
                <a:solidFill>
                  <a:srgbClr val="102B27"/>
                </a:solidFill>
              </a:rPr>
              <a:t>Қор және сатып алу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68D2D-1952-4777-9C28-4587C935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3333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4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5F7B2-29FB-4188-97A3-9412C912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768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102B27"/>
                </a:solidFill>
              </a:defRPr>
            </a:defPPr>
            <a:lvl1pPr>
              <a:defRPr sz="1125" b="1" i="0">
                <a:solidFill>
                  <a:srgbClr val="102B27"/>
                </a:solidFill>
              </a:defRPr>
            </a:lvl1pPr>
            <a:lvl2pPr>
              <a:defRPr sz="1125" b="1" i="0">
                <a:solidFill>
                  <a:srgbClr val="102B27"/>
                </a:solidFill>
              </a:defRPr>
            </a:lvl2pPr>
            <a:lvl3pPr>
              <a:defRPr sz="1125" b="1" i="0">
                <a:solidFill>
                  <a:srgbClr val="102B27"/>
                </a:solidFill>
              </a:defRPr>
            </a:lvl3pPr>
            <a:lvl4pPr>
              <a:defRPr sz="1125" b="1" i="0">
                <a:solidFill>
                  <a:srgbClr val="102B27"/>
                </a:solidFill>
              </a:defRPr>
            </a:lvl4pPr>
            <a:lvl5pPr>
              <a:defRPr sz="1125" b="1" i="0">
                <a:solidFill>
                  <a:srgbClr val="102B27"/>
                </a:solidFill>
              </a:defRPr>
            </a:lvl5pPr>
            <a:lvl6pPr>
              <a:defRPr sz="1125" b="1" i="0">
                <a:solidFill>
                  <a:srgbClr val="102B27"/>
                </a:solidFill>
              </a:defRPr>
            </a:lvl6pPr>
            <a:lvl7pPr>
              <a:defRPr sz="1125" b="1" i="0">
                <a:solidFill>
                  <a:srgbClr val="102B27"/>
                </a:solidFill>
              </a:defRPr>
            </a:lvl7pPr>
            <a:lvl8pPr>
              <a:defRPr sz="1125" b="1" i="0">
                <a:solidFill>
                  <a:srgbClr val="102B27"/>
                </a:solidFill>
              </a:defRPr>
            </a:lvl8pPr>
            <a:lvl9pPr>
              <a:defRPr sz="112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102B27"/>
                </a:solidFill>
              </a:defRPr>
            </a:pPr>
            <a:r>
              <a:rPr sz="1125" b="1" i="0">
                <a:solidFill>
                  <a:srgbClr val="102B27"/>
                </a:solidFill>
              </a:rPr>
              <a:t>УАҚЫТ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02C52-4A2D-4EC1-8E7D-F343990A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768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102B27"/>
                </a:solidFill>
              </a:defRPr>
            </a:defPPr>
            <a:lvl1pPr>
              <a:defRPr sz="1275" b="1" i="0">
                <a:solidFill>
                  <a:srgbClr val="102B27"/>
                </a:solidFill>
              </a:defRPr>
            </a:lvl1pPr>
            <a:lvl2pPr>
              <a:defRPr sz="1275" b="1" i="0">
                <a:solidFill>
                  <a:srgbClr val="102B27"/>
                </a:solidFill>
              </a:defRPr>
            </a:lvl2pPr>
            <a:lvl3pPr>
              <a:defRPr sz="1275" b="1" i="0">
                <a:solidFill>
                  <a:srgbClr val="102B27"/>
                </a:solidFill>
              </a:defRPr>
            </a:lvl3pPr>
            <a:lvl4pPr>
              <a:defRPr sz="1275" b="1" i="0">
                <a:solidFill>
                  <a:srgbClr val="102B27"/>
                </a:solidFill>
              </a:defRPr>
            </a:lvl4pPr>
            <a:lvl5pPr>
              <a:defRPr sz="1275" b="1" i="0">
                <a:solidFill>
                  <a:srgbClr val="102B27"/>
                </a:solidFill>
              </a:defRPr>
            </a:lvl5pPr>
            <a:lvl6pPr>
              <a:defRPr sz="1275" b="1" i="0">
                <a:solidFill>
                  <a:srgbClr val="102B27"/>
                </a:solidFill>
              </a:defRPr>
            </a:lvl6pPr>
            <a:lvl7pPr>
              <a:defRPr sz="1275" b="1" i="0">
                <a:solidFill>
                  <a:srgbClr val="102B27"/>
                </a:solidFill>
              </a:defRPr>
            </a:lvl7pPr>
            <a:lvl8pPr>
              <a:defRPr sz="1275" b="1" i="0">
                <a:solidFill>
                  <a:srgbClr val="102B27"/>
                </a:solidFill>
              </a:defRPr>
            </a:lvl8pPr>
            <a:lvl9pPr>
              <a:defRPr sz="1275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102B27"/>
                </a:solidFill>
              </a:defRPr>
            </a:pPr>
            <a:r>
              <a:rPr sz="1275" b="1" i="0">
                <a:solidFill>
                  <a:srgbClr val="102B27"/>
                </a:solidFill>
              </a:rPr>
              <a:t>Жауап пен есеп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C42E0-A165-4327-ADCA-0C5CB104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68776E"/>
                </a:solidFill>
              </a:defRPr>
            </a:defPPr>
            <a:lvl1pPr>
              <a:defRPr sz="900" b="1" i="0">
                <a:solidFill>
                  <a:srgbClr val="68776E"/>
                </a:solidFill>
              </a:defRPr>
            </a:lvl1pPr>
            <a:lvl2pPr>
              <a:defRPr sz="900" b="1" i="0">
                <a:solidFill>
                  <a:srgbClr val="68776E"/>
                </a:solidFill>
              </a:defRPr>
            </a:lvl2pPr>
            <a:lvl3pPr>
              <a:defRPr sz="900" b="1" i="0">
                <a:solidFill>
                  <a:srgbClr val="68776E"/>
                </a:solidFill>
              </a:defRPr>
            </a:lvl3pPr>
            <a:lvl4pPr>
              <a:defRPr sz="900" b="1" i="0">
                <a:solidFill>
                  <a:srgbClr val="68776E"/>
                </a:solidFill>
              </a:defRPr>
            </a:lvl4pPr>
            <a:lvl5pPr>
              <a:defRPr sz="900" b="1" i="0">
                <a:solidFill>
                  <a:srgbClr val="68776E"/>
                </a:solidFill>
              </a:defRPr>
            </a:lvl5pPr>
            <a:lvl6pPr>
              <a:defRPr sz="900" b="1" i="0">
                <a:solidFill>
                  <a:srgbClr val="68776E"/>
                </a:solidFill>
              </a:defRPr>
            </a:lvl6pPr>
            <a:lvl7pPr>
              <a:defRPr sz="900" b="1" i="0">
                <a:solidFill>
                  <a:srgbClr val="68776E"/>
                </a:solidFill>
              </a:defRPr>
            </a:lvl7pPr>
            <a:lvl8pPr>
              <a:defRPr sz="900" b="1" i="0">
                <a:solidFill>
                  <a:srgbClr val="68776E"/>
                </a:solidFill>
              </a:defRPr>
            </a:lvl8pPr>
            <a:lvl9pPr>
              <a:defRPr sz="900" b="1" i="0">
                <a:solidFill>
                  <a:srgbClr val="68776E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68776E"/>
                </a:solidFill>
              </a:defRPr>
            </a:pPr>
            <a:r>
              <a:rPr sz="900" b="1" i="0">
                <a:solidFill>
                  <a:srgbClr val="68776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5767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6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254FDA-FCA7-443C-8FED-BFF90084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FFFFFF"/>
                </a:solidFill>
              </a:defRPr>
            </a:defPPr>
            <a:lvl1pPr>
              <a:defRPr sz="2175" b="1" i="0">
                <a:solidFill>
                  <a:srgbClr val="FFFFFF"/>
                </a:solidFill>
              </a:defRPr>
            </a:lvl1pPr>
            <a:lvl2pPr>
              <a:defRPr sz="2175" b="1" i="0">
                <a:solidFill>
                  <a:srgbClr val="FFFFFF"/>
                </a:solidFill>
              </a:defRPr>
            </a:lvl2pPr>
            <a:lvl3pPr>
              <a:defRPr sz="2175" b="1" i="0">
                <a:solidFill>
                  <a:srgbClr val="FFFFFF"/>
                </a:solidFill>
              </a:defRPr>
            </a:lvl3pPr>
            <a:lvl4pPr>
              <a:defRPr sz="2175" b="1" i="0">
                <a:solidFill>
                  <a:srgbClr val="FFFFFF"/>
                </a:solidFill>
              </a:defRPr>
            </a:lvl4pPr>
            <a:lvl5pPr>
              <a:defRPr sz="2175" b="1" i="0">
                <a:solidFill>
                  <a:srgbClr val="FFFFFF"/>
                </a:solidFill>
              </a:defRPr>
            </a:lvl5pPr>
            <a:lvl6pPr>
              <a:defRPr sz="2175" b="1" i="0">
                <a:solidFill>
                  <a:srgbClr val="FFFFFF"/>
                </a:solidFill>
              </a:defRPr>
            </a:lvl6pPr>
            <a:lvl7pPr>
              <a:defRPr sz="2175" b="1" i="0">
                <a:solidFill>
                  <a:srgbClr val="FFFFFF"/>
                </a:solidFill>
              </a:defRPr>
            </a:lvl7pPr>
            <a:lvl8pPr>
              <a:defRPr sz="2175" b="1" i="0">
                <a:solidFill>
                  <a:srgbClr val="FFFFFF"/>
                </a:solidFill>
              </a:defRPr>
            </a:lvl8pPr>
            <a:lvl9pPr>
              <a:defRPr sz="21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1F489-E4CC-4335-8BD2-10DB7D7C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933BF-BB00-4461-BF70-0689A385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C50C4-4E73-4351-A343-8B442C0F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C7F45A"/>
                </a:solidFill>
              </a:defRPr>
            </a:defPPr>
            <a:lvl1pPr>
              <a:defRPr sz="975" b="1" i="0">
                <a:solidFill>
                  <a:srgbClr val="C7F45A"/>
                </a:solidFill>
              </a:defRPr>
            </a:lvl1pPr>
            <a:lvl2pPr>
              <a:defRPr sz="975" b="1" i="0">
                <a:solidFill>
                  <a:srgbClr val="C7F45A"/>
                </a:solidFill>
              </a:defRPr>
            </a:lvl2pPr>
            <a:lvl3pPr>
              <a:defRPr sz="975" b="1" i="0">
                <a:solidFill>
                  <a:srgbClr val="C7F45A"/>
                </a:solidFill>
              </a:defRPr>
            </a:lvl3pPr>
            <a:lvl4pPr>
              <a:defRPr sz="975" b="1" i="0">
                <a:solidFill>
                  <a:srgbClr val="C7F45A"/>
                </a:solidFill>
              </a:defRPr>
            </a:lvl4pPr>
            <a:lvl5pPr>
              <a:defRPr sz="975" b="1" i="0">
                <a:solidFill>
                  <a:srgbClr val="C7F45A"/>
                </a:solidFill>
              </a:defRPr>
            </a:lvl5pPr>
            <a:lvl6pPr>
              <a:defRPr sz="975" b="1" i="0">
                <a:solidFill>
                  <a:srgbClr val="C7F45A"/>
                </a:solidFill>
              </a:defRPr>
            </a:lvl6pPr>
            <a:lvl7pPr>
              <a:defRPr sz="975" b="1" i="0">
                <a:solidFill>
                  <a:srgbClr val="C7F45A"/>
                </a:solidFill>
              </a:defRPr>
            </a:lvl7pPr>
            <a:lvl8pPr>
              <a:defRPr sz="975" b="1" i="0">
                <a:solidFill>
                  <a:srgbClr val="C7F45A"/>
                </a:solidFill>
              </a:defRPr>
            </a:lvl8pPr>
            <a:lvl9pPr>
              <a:defRPr sz="97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C7F45A"/>
                </a:solidFill>
              </a:defRPr>
            </a:pPr>
            <a:r>
              <a:rPr sz="975" b="1" i="0">
                <a:solidFill>
                  <a:srgbClr val="C7F45A"/>
                </a:solidFill>
              </a:rPr>
              <a:t>БІЗДІҢ АРТЫҚШЫЛЫҚ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FBE06-DE80-449F-9AD5-B06A2AB4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 i="0">
                <a:solidFill>
                  <a:srgbClr val="FFFFFF"/>
                </a:solidFill>
              </a:defRPr>
            </a:defPPr>
            <a:lvl1pPr>
              <a:defRPr sz="3300" b="1" i="0">
                <a:solidFill>
                  <a:srgbClr val="FFFFFF"/>
                </a:solidFill>
              </a:defRPr>
            </a:lvl1pPr>
            <a:lvl2pPr>
              <a:defRPr sz="3300" b="1" i="0">
                <a:solidFill>
                  <a:srgbClr val="FFFFFF"/>
                </a:solidFill>
              </a:defRPr>
            </a:lvl2pPr>
            <a:lvl3pPr>
              <a:defRPr sz="3300" b="1" i="0">
                <a:solidFill>
                  <a:srgbClr val="FFFFFF"/>
                </a:solidFill>
              </a:defRPr>
            </a:lvl3pPr>
            <a:lvl4pPr>
              <a:defRPr sz="3300" b="1" i="0">
                <a:solidFill>
                  <a:srgbClr val="FFFFFF"/>
                </a:solidFill>
              </a:defRPr>
            </a:lvl4pPr>
            <a:lvl5pPr>
              <a:defRPr sz="3300" b="1" i="0">
                <a:solidFill>
                  <a:srgbClr val="FFFFFF"/>
                </a:solidFill>
              </a:defRPr>
            </a:lvl5pPr>
            <a:lvl6pPr>
              <a:defRPr sz="3300" b="1" i="0">
                <a:solidFill>
                  <a:srgbClr val="FFFFFF"/>
                </a:solidFill>
              </a:defRPr>
            </a:lvl6pPr>
            <a:lvl7pPr>
              <a:defRPr sz="3300" b="1" i="0">
                <a:solidFill>
                  <a:srgbClr val="FFFFFF"/>
                </a:solidFill>
              </a:defRPr>
            </a:lvl7pPr>
            <a:lvl8pPr>
              <a:defRPr sz="3300" b="1" i="0">
                <a:solidFill>
                  <a:srgbClr val="FFFFFF"/>
                </a:solidFill>
              </a:defRPr>
            </a:lvl8pPr>
            <a:lvl9pPr>
              <a:defRPr sz="33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Неге SaNa Business таңдау керек?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3B1F0-1D4F-419E-B07C-4D9545F1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 i="0">
                <a:solidFill>
                  <a:srgbClr val="B8C8C2"/>
                </a:solidFill>
              </a:defRPr>
            </a:defPPr>
            <a:lvl1pPr>
              <a:defRPr sz="1800" b="0" i="0">
                <a:solidFill>
                  <a:srgbClr val="B8C8C2"/>
                </a:solidFill>
              </a:defRPr>
            </a:lvl1pPr>
            <a:lvl2pPr>
              <a:defRPr sz="1800" b="0" i="0">
                <a:solidFill>
                  <a:srgbClr val="B8C8C2"/>
                </a:solidFill>
              </a:defRPr>
            </a:lvl2pPr>
            <a:lvl3pPr>
              <a:defRPr sz="1800" b="0" i="0">
                <a:solidFill>
                  <a:srgbClr val="B8C8C2"/>
                </a:solidFill>
              </a:defRPr>
            </a:lvl3pPr>
            <a:lvl4pPr>
              <a:defRPr sz="1800" b="0" i="0">
                <a:solidFill>
                  <a:srgbClr val="B8C8C2"/>
                </a:solidFill>
              </a:defRPr>
            </a:lvl4pPr>
            <a:lvl5pPr>
              <a:defRPr sz="1800" b="0" i="0">
                <a:solidFill>
                  <a:srgbClr val="B8C8C2"/>
                </a:solidFill>
              </a:defRPr>
            </a:lvl5pPr>
            <a:lvl6pPr>
              <a:defRPr sz="1800" b="0" i="0">
                <a:solidFill>
                  <a:srgbClr val="B8C8C2"/>
                </a:solidFill>
              </a:defRPr>
            </a:lvl6pPr>
            <a:lvl7pPr>
              <a:defRPr sz="1800" b="0" i="0">
                <a:solidFill>
                  <a:srgbClr val="B8C8C2"/>
                </a:solidFill>
              </a:defRPr>
            </a:lvl7pPr>
            <a:lvl8pPr>
              <a:defRPr sz="1800" b="0" i="0">
                <a:solidFill>
                  <a:srgbClr val="B8C8C2"/>
                </a:solidFill>
              </a:defRPr>
            </a:lvl8pPr>
            <a:lvl9pPr>
              <a:defRPr sz="1800" b="0" i="0">
                <a:solidFill>
                  <a:srgbClr val="B8C8C2"/>
                </a:solidFill>
              </a:defRPr>
            </a:lvl9pPr>
          </a:lstStyle>
          <a:p xmlns:a="http://schemas.openxmlformats.org/drawingml/2006/main">
            <a:pPr>
              <a:defRPr sz="1800" b="0" i="0">
                <a:solidFill>
                  <a:srgbClr val="B8C8C2"/>
                </a:solidFill>
              </a:defRPr>
            </a:pPr>
            <a:r>
              <a:rPr sz="1800" b="0" i="0">
                <a:solidFill>
                  <a:srgbClr val="B8C8C2"/>
                </a:solidFill>
              </a:rPr>
              <a:t>Біз AI кеңесін нақты метрикаға, қауіпсіз пилотқа және орындау міндетіне жалғаймыз.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114A8-53E6-4783-AE1E-7FA42D05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457450" cy="26479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0221F"/>
          </a:solidFill>
          <a:ln xmlns:a="http://schemas.openxmlformats.org/drawingml/2006/main" w="9525">
            <a:solidFill>
              <a:srgbClr val="2A4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B59E9-075A-4947-81EE-EE9B7912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43D7DF"/>
                </a:solidFill>
              </a:defRPr>
            </a:defPPr>
            <a:lvl1pPr>
              <a:defRPr sz="1125" b="1" i="0">
                <a:solidFill>
                  <a:srgbClr val="43D7DF"/>
                </a:solidFill>
              </a:defRPr>
            </a:lvl1pPr>
            <a:lvl2pPr>
              <a:defRPr sz="1125" b="1" i="0">
                <a:solidFill>
                  <a:srgbClr val="43D7DF"/>
                </a:solidFill>
              </a:defRPr>
            </a:lvl2pPr>
            <a:lvl3pPr>
              <a:defRPr sz="1125" b="1" i="0">
                <a:solidFill>
                  <a:srgbClr val="43D7DF"/>
                </a:solidFill>
              </a:defRPr>
            </a:lvl3pPr>
            <a:lvl4pPr>
              <a:defRPr sz="1125" b="1" i="0">
                <a:solidFill>
                  <a:srgbClr val="43D7DF"/>
                </a:solidFill>
              </a:defRPr>
            </a:lvl4pPr>
            <a:lvl5pPr>
              <a:defRPr sz="1125" b="1" i="0">
                <a:solidFill>
                  <a:srgbClr val="43D7DF"/>
                </a:solidFill>
              </a:defRPr>
            </a:lvl5pPr>
            <a:lvl6pPr>
              <a:defRPr sz="1125" b="1" i="0">
                <a:solidFill>
                  <a:srgbClr val="43D7DF"/>
                </a:solidFill>
              </a:defRPr>
            </a:lvl6pPr>
            <a:lvl7pPr>
              <a:defRPr sz="1125" b="1" i="0">
                <a:solidFill>
                  <a:srgbClr val="43D7DF"/>
                </a:solidFill>
              </a:defRPr>
            </a:lvl7pPr>
            <a:lvl8pPr>
              <a:defRPr sz="1125" b="1" i="0">
                <a:solidFill>
                  <a:srgbClr val="43D7DF"/>
                </a:solidFill>
              </a:defRPr>
            </a:lvl8pPr>
            <a:lvl9pPr>
              <a:defRPr sz="112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43D7DF"/>
                </a:solidFill>
              </a:defRPr>
            </a:pPr>
            <a:r>
              <a:rPr sz="1125" b="1" i="0">
                <a:solidFill>
                  <a:srgbClr val="43D7D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4D1AA-C780-4C91-B4D0-4AE22555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FFFFF"/>
                </a:solidFill>
              </a:defRPr>
            </a:defPPr>
            <a:lvl1pPr>
              <a:defRPr sz="2025" b="1" i="0">
                <a:solidFill>
                  <a:srgbClr val="FFFFFF"/>
                </a:solidFill>
              </a:defRPr>
            </a:lvl1pPr>
            <a:lvl2pPr>
              <a:defRPr sz="2025" b="1" i="0">
                <a:solidFill>
                  <a:srgbClr val="FFFFFF"/>
                </a:solidFill>
              </a:defRPr>
            </a:lvl2pPr>
            <a:lvl3pPr>
              <a:defRPr sz="2025" b="1" i="0">
                <a:solidFill>
                  <a:srgbClr val="FFFFFF"/>
                </a:solidFill>
              </a:defRPr>
            </a:lvl3pPr>
            <a:lvl4pPr>
              <a:defRPr sz="2025" b="1" i="0">
                <a:solidFill>
                  <a:srgbClr val="FFFFFF"/>
                </a:solidFill>
              </a:defRPr>
            </a:lvl4pPr>
            <a:lvl5pPr>
              <a:defRPr sz="2025" b="1" i="0">
                <a:solidFill>
                  <a:srgbClr val="FFFFFF"/>
                </a:solidFill>
              </a:defRPr>
            </a:lvl5pPr>
            <a:lvl6pPr>
              <a:defRPr sz="2025" b="1" i="0">
                <a:solidFill>
                  <a:srgbClr val="FFFFFF"/>
                </a:solidFill>
              </a:defRPr>
            </a:lvl6pPr>
            <a:lvl7pPr>
              <a:defRPr sz="2025" b="1" i="0">
                <a:solidFill>
                  <a:srgbClr val="FFFFFF"/>
                </a:solidFill>
              </a:defRPr>
            </a:lvl7pPr>
            <a:lvl8pPr>
              <a:defRPr sz="2025" b="1" i="0">
                <a:solidFill>
                  <a:srgbClr val="FFFFFF"/>
                </a:solidFill>
              </a:defRPr>
            </a:lvl8pPr>
            <a:lvl9pPr>
              <a:defRPr sz="20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Жергілікті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64653-43FD-4428-902F-F3C0C5CE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8C8C2"/>
                </a:solidFill>
              </a:defRPr>
            </a:defPPr>
            <a:lvl1pPr>
              <a:defRPr sz="1350" b="0" i="0">
                <a:solidFill>
                  <a:srgbClr val="B8C8C2"/>
                </a:solidFill>
              </a:defRPr>
            </a:lvl1pPr>
            <a:lvl2pPr>
              <a:defRPr sz="1350" b="0" i="0">
                <a:solidFill>
                  <a:srgbClr val="B8C8C2"/>
                </a:solidFill>
              </a:defRPr>
            </a:lvl2pPr>
            <a:lvl3pPr>
              <a:defRPr sz="1350" b="0" i="0">
                <a:solidFill>
                  <a:srgbClr val="B8C8C2"/>
                </a:solidFill>
              </a:defRPr>
            </a:lvl3pPr>
            <a:lvl4pPr>
              <a:defRPr sz="1350" b="0" i="0">
                <a:solidFill>
                  <a:srgbClr val="B8C8C2"/>
                </a:solidFill>
              </a:defRPr>
            </a:lvl4pPr>
            <a:lvl5pPr>
              <a:defRPr sz="1350" b="0" i="0">
                <a:solidFill>
                  <a:srgbClr val="B8C8C2"/>
                </a:solidFill>
              </a:defRPr>
            </a:lvl5pPr>
            <a:lvl6pPr>
              <a:defRPr sz="1350" b="0" i="0">
                <a:solidFill>
                  <a:srgbClr val="B8C8C2"/>
                </a:solidFill>
              </a:defRPr>
            </a:lvl6pPr>
            <a:lvl7pPr>
              <a:defRPr sz="1350" b="0" i="0">
                <a:solidFill>
                  <a:srgbClr val="B8C8C2"/>
                </a:solidFill>
              </a:defRPr>
            </a:lvl7pPr>
            <a:lvl8pPr>
              <a:defRPr sz="1350" b="0" i="0">
                <a:solidFill>
                  <a:srgbClr val="B8C8C2"/>
                </a:solidFill>
              </a:defRPr>
            </a:lvl8pPr>
            <a:lvl9pPr>
              <a:defRPr sz="1350" b="0" i="0">
                <a:solidFill>
                  <a:srgbClr val="B8C8C2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B8C8C2"/>
                </a:solidFill>
              </a:defRPr>
            </a:pPr>
            <a:r>
              <a:rPr sz="1350" b="0" i="0">
                <a:solidFill>
                  <a:srgbClr val="B8C8C2"/>
                </a:solidFill>
              </a:rPr>
              <a:t>Тараз және Жамбыл</a:t>
            </a:r>
          </a:p>
          <a:p xmlns:a="http://schemas.openxmlformats.org/drawingml/2006/main">
            <a:pPr>
              <a:defRPr sz="1350" b="0" i="0">
                <a:solidFill>
                  <a:srgbClr val="B8C8C2"/>
                </a:solidFill>
              </a:defRPr>
            </a:pPr>
            <a:r>
              <a:rPr sz="1350" b="0" i="0">
                <a:solidFill>
                  <a:srgbClr val="B8C8C2"/>
                </a:solidFill>
              </a:rPr>
              <a:t>RU / KZ жоспар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8CB98-EEFF-4460-8A8A-851A89D6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457450" cy="26479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0221F"/>
          </a:solidFill>
          <a:ln xmlns:a="http://schemas.openxmlformats.org/drawingml/2006/main" w="9525">
            <a:solidFill>
              <a:srgbClr val="2A4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6AC1C-FA56-4211-A5FD-0486E1D2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43D7DF"/>
                </a:solidFill>
              </a:defRPr>
            </a:defPPr>
            <a:lvl1pPr>
              <a:defRPr sz="1125" b="1" i="0">
                <a:solidFill>
                  <a:srgbClr val="43D7DF"/>
                </a:solidFill>
              </a:defRPr>
            </a:lvl1pPr>
            <a:lvl2pPr>
              <a:defRPr sz="1125" b="1" i="0">
                <a:solidFill>
                  <a:srgbClr val="43D7DF"/>
                </a:solidFill>
              </a:defRPr>
            </a:lvl2pPr>
            <a:lvl3pPr>
              <a:defRPr sz="1125" b="1" i="0">
                <a:solidFill>
                  <a:srgbClr val="43D7DF"/>
                </a:solidFill>
              </a:defRPr>
            </a:lvl3pPr>
            <a:lvl4pPr>
              <a:defRPr sz="1125" b="1" i="0">
                <a:solidFill>
                  <a:srgbClr val="43D7DF"/>
                </a:solidFill>
              </a:defRPr>
            </a:lvl4pPr>
            <a:lvl5pPr>
              <a:defRPr sz="1125" b="1" i="0">
                <a:solidFill>
                  <a:srgbClr val="43D7DF"/>
                </a:solidFill>
              </a:defRPr>
            </a:lvl5pPr>
            <a:lvl6pPr>
              <a:defRPr sz="1125" b="1" i="0">
                <a:solidFill>
                  <a:srgbClr val="43D7DF"/>
                </a:solidFill>
              </a:defRPr>
            </a:lvl6pPr>
            <a:lvl7pPr>
              <a:defRPr sz="1125" b="1" i="0">
                <a:solidFill>
                  <a:srgbClr val="43D7DF"/>
                </a:solidFill>
              </a:defRPr>
            </a:lvl7pPr>
            <a:lvl8pPr>
              <a:defRPr sz="1125" b="1" i="0">
                <a:solidFill>
                  <a:srgbClr val="43D7DF"/>
                </a:solidFill>
              </a:defRPr>
            </a:lvl8pPr>
            <a:lvl9pPr>
              <a:defRPr sz="112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43D7DF"/>
                </a:solidFill>
              </a:defRPr>
            </a:pPr>
            <a:r>
              <a:rPr sz="1125" b="1" i="0">
                <a:solidFill>
                  <a:srgbClr val="43D7D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0D4BA-F48D-414C-8BBF-F53319FB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FFFFF"/>
                </a:solidFill>
              </a:defRPr>
            </a:defPPr>
            <a:lvl1pPr>
              <a:defRPr sz="2025" b="1" i="0">
                <a:solidFill>
                  <a:srgbClr val="FFFFFF"/>
                </a:solidFill>
              </a:defRPr>
            </a:lvl1pPr>
            <a:lvl2pPr>
              <a:defRPr sz="2025" b="1" i="0">
                <a:solidFill>
                  <a:srgbClr val="FFFFFF"/>
                </a:solidFill>
              </a:defRPr>
            </a:lvl2pPr>
            <a:lvl3pPr>
              <a:defRPr sz="2025" b="1" i="0">
                <a:solidFill>
                  <a:srgbClr val="FFFFFF"/>
                </a:solidFill>
              </a:defRPr>
            </a:lvl3pPr>
            <a:lvl4pPr>
              <a:defRPr sz="2025" b="1" i="0">
                <a:solidFill>
                  <a:srgbClr val="FFFFFF"/>
                </a:solidFill>
              </a:defRPr>
            </a:lvl4pPr>
            <a:lvl5pPr>
              <a:defRPr sz="2025" b="1" i="0">
                <a:solidFill>
                  <a:srgbClr val="FFFFFF"/>
                </a:solidFill>
              </a:defRPr>
            </a:lvl5pPr>
            <a:lvl6pPr>
              <a:defRPr sz="2025" b="1" i="0">
                <a:solidFill>
                  <a:srgbClr val="FFFFFF"/>
                </a:solidFill>
              </a:defRPr>
            </a:lvl6pPr>
            <a:lvl7pPr>
              <a:defRPr sz="2025" b="1" i="0">
                <a:solidFill>
                  <a:srgbClr val="FFFFFF"/>
                </a:solidFill>
              </a:defRPr>
            </a:lvl7pPr>
            <a:lvl8pPr>
              <a:defRPr sz="2025" b="1" i="0">
                <a:solidFill>
                  <a:srgbClr val="FFFFFF"/>
                </a:solidFill>
              </a:defRPr>
            </a:lvl8pPr>
            <a:lvl9pPr>
              <a:defRPr sz="20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Ашық есеп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72D6A-ECE6-4CDF-8B86-5430C1B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1480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8C8C2"/>
                </a:solidFill>
              </a:defRPr>
            </a:defPPr>
            <a:lvl1pPr>
              <a:defRPr sz="1350" b="0" i="0">
                <a:solidFill>
                  <a:srgbClr val="B8C8C2"/>
                </a:solidFill>
              </a:defRPr>
            </a:lvl1pPr>
            <a:lvl2pPr>
              <a:defRPr sz="1350" b="0" i="0">
                <a:solidFill>
                  <a:srgbClr val="B8C8C2"/>
                </a:solidFill>
              </a:defRPr>
            </a:lvl2pPr>
            <a:lvl3pPr>
              <a:defRPr sz="1350" b="0" i="0">
                <a:solidFill>
                  <a:srgbClr val="B8C8C2"/>
                </a:solidFill>
              </a:defRPr>
            </a:lvl3pPr>
            <a:lvl4pPr>
              <a:defRPr sz="1350" b="0" i="0">
                <a:solidFill>
                  <a:srgbClr val="B8C8C2"/>
                </a:solidFill>
              </a:defRPr>
            </a:lvl4pPr>
            <a:lvl5pPr>
              <a:defRPr sz="1350" b="0" i="0">
                <a:solidFill>
                  <a:srgbClr val="B8C8C2"/>
                </a:solidFill>
              </a:defRPr>
            </a:lvl5pPr>
            <a:lvl6pPr>
              <a:defRPr sz="1350" b="0" i="0">
                <a:solidFill>
                  <a:srgbClr val="B8C8C2"/>
                </a:solidFill>
              </a:defRPr>
            </a:lvl6pPr>
            <a:lvl7pPr>
              <a:defRPr sz="1350" b="0" i="0">
                <a:solidFill>
                  <a:srgbClr val="B8C8C2"/>
                </a:solidFill>
              </a:defRPr>
            </a:lvl7pPr>
            <a:lvl8pPr>
              <a:defRPr sz="1350" b="0" i="0">
                <a:solidFill>
                  <a:srgbClr val="B8C8C2"/>
                </a:solidFill>
              </a:defRPr>
            </a:lvl8pPr>
            <a:lvl9pPr>
              <a:defRPr sz="1350" b="0" i="0">
                <a:solidFill>
                  <a:srgbClr val="B8C8C2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B8C8C2"/>
                </a:solidFill>
              </a:defRPr>
            </a:pPr>
            <a:r>
              <a:rPr sz="1350" b="0" i="0">
                <a:solidFill>
                  <a:srgbClr val="B8C8C2"/>
                </a:solidFill>
              </a:rPr>
              <a:t>Формула көрінеді</a:t>
            </a:r>
          </a:p>
          <a:p xmlns:a="http://schemas.openxmlformats.org/drawingml/2006/main">
            <a:pPr>
              <a:defRPr sz="1350" b="0" i="0">
                <a:solidFill>
                  <a:srgbClr val="B8C8C2"/>
                </a:solidFill>
              </a:defRPr>
            </a:pPr>
            <a:r>
              <a:rPr sz="1350" b="0" i="0">
                <a:solidFill>
                  <a:srgbClr val="B8C8C2"/>
                </a:solidFill>
              </a:rPr>
              <a:t>Демо мен факт бөлек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5DFF0-296D-487C-89FB-B0033690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457450" cy="26479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0221F"/>
          </a:solidFill>
          <a:ln xmlns:a="http://schemas.openxmlformats.org/drawingml/2006/main" w="9525">
            <a:solidFill>
              <a:srgbClr val="2A4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F7018-733E-4302-9FB5-83DD71AF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43D7DF"/>
                </a:solidFill>
              </a:defRPr>
            </a:defPPr>
            <a:lvl1pPr>
              <a:defRPr sz="1125" b="1" i="0">
                <a:solidFill>
                  <a:srgbClr val="43D7DF"/>
                </a:solidFill>
              </a:defRPr>
            </a:lvl1pPr>
            <a:lvl2pPr>
              <a:defRPr sz="1125" b="1" i="0">
                <a:solidFill>
                  <a:srgbClr val="43D7DF"/>
                </a:solidFill>
              </a:defRPr>
            </a:lvl2pPr>
            <a:lvl3pPr>
              <a:defRPr sz="1125" b="1" i="0">
                <a:solidFill>
                  <a:srgbClr val="43D7DF"/>
                </a:solidFill>
              </a:defRPr>
            </a:lvl3pPr>
            <a:lvl4pPr>
              <a:defRPr sz="1125" b="1" i="0">
                <a:solidFill>
                  <a:srgbClr val="43D7DF"/>
                </a:solidFill>
              </a:defRPr>
            </a:lvl4pPr>
            <a:lvl5pPr>
              <a:defRPr sz="1125" b="1" i="0">
                <a:solidFill>
                  <a:srgbClr val="43D7DF"/>
                </a:solidFill>
              </a:defRPr>
            </a:lvl5pPr>
            <a:lvl6pPr>
              <a:defRPr sz="1125" b="1" i="0">
                <a:solidFill>
                  <a:srgbClr val="43D7DF"/>
                </a:solidFill>
              </a:defRPr>
            </a:lvl6pPr>
            <a:lvl7pPr>
              <a:defRPr sz="1125" b="1" i="0">
                <a:solidFill>
                  <a:srgbClr val="43D7DF"/>
                </a:solidFill>
              </a:defRPr>
            </a:lvl7pPr>
            <a:lvl8pPr>
              <a:defRPr sz="1125" b="1" i="0">
                <a:solidFill>
                  <a:srgbClr val="43D7DF"/>
                </a:solidFill>
              </a:defRPr>
            </a:lvl8pPr>
            <a:lvl9pPr>
              <a:defRPr sz="1125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43D7DF"/>
                </a:solidFill>
              </a:defRPr>
            </a:pPr>
            <a:r>
              <a:rPr sz="1125" b="1" i="0">
                <a:solidFill>
                  <a:srgbClr val="43D7D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730FB-F50B-4923-A4D6-09C7267D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FFFFF"/>
                </a:solidFill>
              </a:defRPr>
            </a:defPPr>
            <a:lvl1pPr>
              <a:defRPr sz="2025" b="1" i="0">
                <a:solidFill>
                  <a:srgbClr val="FFFFFF"/>
                </a:solidFill>
              </a:defRPr>
            </a:lvl1pPr>
            <a:lvl2pPr>
              <a:defRPr sz="2025" b="1" i="0">
                <a:solidFill>
                  <a:srgbClr val="FFFFFF"/>
                </a:solidFill>
              </a:defRPr>
            </a:lvl2pPr>
            <a:lvl3pPr>
              <a:defRPr sz="2025" b="1" i="0">
                <a:solidFill>
                  <a:srgbClr val="FFFFFF"/>
                </a:solidFill>
              </a:defRPr>
            </a:lvl3pPr>
            <a:lvl4pPr>
              <a:defRPr sz="2025" b="1" i="0">
                <a:solidFill>
                  <a:srgbClr val="FFFFFF"/>
                </a:solidFill>
              </a:defRPr>
            </a:lvl4pPr>
            <a:lvl5pPr>
              <a:defRPr sz="2025" b="1" i="0">
                <a:solidFill>
                  <a:srgbClr val="FFFFFF"/>
                </a:solidFill>
              </a:defRPr>
            </a:lvl5pPr>
            <a:lvl6pPr>
              <a:defRPr sz="2025" b="1" i="0">
                <a:solidFill>
                  <a:srgbClr val="FFFFFF"/>
                </a:solidFill>
              </a:defRPr>
            </a:lvl6pPr>
            <a:lvl7pPr>
              <a:defRPr sz="2025" b="1" i="0">
                <a:solidFill>
                  <a:srgbClr val="FFFFFF"/>
                </a:solidFill>
              </a:defRPr>
            </a:lvl7pPr>
            <a:lvl8pPr>
              <a:defRPr sz="2025" b="1" i="0">
                <a:solidFill>
                  <a:srgbClr val="FFFFFF"/>
                </a:solidFill>
              </a:defRPr>
            </a:lvl8pPr>
            <a:lvl9pPr>
              <a:defRPr sz="20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Қауіпсіз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05098-4753-4DD3-BEFE-9DE6809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8C8C2"/>
                </a:solidFill>
              </a:defRPr>
            </a:defPPr>
            <a:lvl1pPr>
              <a:defRPr sz="1350" b="0" i="0">
                <a:solidFill>
                  <a:srgbClr val="B8C8C2"/>
                </a:solidFill>
              </a:defRPr>
            </a:lvl1pPr>
            <a:lvl2pPr>
              <a:defRPr sz="1350" b="0" i="0">
                <a:solidFill>
                  <a:srgbClr val="B8C8C2"/>
                </a:solidFill>
              </a:defRPr>
            </a:lvl2pPr>
            <a:lvl3pPr>
              <a:defRPr sz="1350" b="0" i="0">
                <a:solidFill>
                  <a:srgbClr val="B8C8C2"/>
                </a:solidFill>
              </a:defRPr>
            </a:lvl3pPr>
            <a:lvl4pPr>
              <a:defRPr sz="1350" b="0" i="0">
                <a:solidFill>
                  <a:srgbClr val="B8C8C2"/>
                </a:solidFill>
              </a:defRPr>
            </a:lvl4pPr>
            <a:lvl5pPr>
              <a:defRPr sz="1350" b="0" i="0">
                <a:solidFill>
                  <a:srgbClr val="B8C8C2"/>
                </a:solidFill>
              </a:defRPr>
            </a:lvl5pPr>
            <a:lvl6pPr>
              <a:defRPr sz="1350" b="0" i="0">
                <a:solidFill>
                  <a:srgbClr val="B8C8C2"/>
                </a:solidFill>
              </a:defRPr>
            </a:lvl6pPr>
            <a:lvl7pPr>
              <a:defRPr sz="1350" b="0" i="0">
                <a:solidFill>
                  <a:srgbClr val="B8C8C2"/>
                </a:solidFill>
              </a:defRPr>
            </a:lvl7pPr>
            <a:lvl8pPr>
              <a:defRPr sz="1350" b="0" i="0">
                <a:solidFill>
                  <a:srgbClr val="B8C8C2"/>
                </a:solidFill>
              </a:defRPr>
            </a:lvl8pPr>
            <a:lvl9pPr>
              <a:defRPr sz="1350" b="0" i="0">
                <a:solidFill>
                  <a:srgbClr val="B8C8C2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B8C8C2"/>
                </a:solidFill>
              </a:defRPr>
            </a:pPr>
            <a:r>
              <a:rPr sz="1350" b="0" i="0">
                <a:solidFill>
                  <a:srgbClr val="B8C8C2"/>
                </a:solidFill>
              </a:rPr>
              <a:t>CSV браузерде</a:t>
            </a:r>
          </a:p>
          <a:p xmlns:a="http://schemas.openxmlformats.org/drawingml/2006/main">
            <a:pPr>
              <a:defRPr sz="1350" b="0" i="0">
                <a:solidFill>
                  <a:srgbClr val="B8C8C2"/>
                </a:solidFill>
              </a:defRPr>
            </a:pPr>
            <a:r>
              <a:rPr sz="1350" b="0" i="0">
                <a:solidFill>
                  <a:srgbClr val="B8C8C2"/>
                </a:solidFill>
              </a:rPr>
              <a:t>Әрекетті адам бекітеді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C6CB5-E53F-43C3-BB03-7C1C00C7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457450" cy="26479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23C34"/>
          </a:solidFill>
          <a:ln xmlns:a="http://schemas.openxmlformats.org/drawingml/2006/main" w="9525">
            <a:solidFill>
              <a:srgbClr val="C7F4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B4828-F2A8-41A5-B883-7E9AA70F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C7F45A"/>
                </a:solidFill>
              </a:defRPr>
            </a:defPPr>
            <a:lvl1pPr>
              <a:defRPr sz="1125" b="1" i="0">
                <a:solidFill>
                  <a:srgbClr val="C7F45A"/>
                </a:solidFill>
              </a:defRPr>
            </a:lvl1pPr>
            <a:lvl2pPr>
              <a:defRPr sz="1125" b="1" i="0">
                <a:solidFill>
                  <a:srgbClr val="C7F45A"/>
                </a:solidFill>
              </a:defRPr>
            </a:lvl2pPr>
            <a:lvl3pPr>
              <a:defRPr sz="1125" b="1" i="0">
                <a:solidFill>
                  <a:srgbClr val="C7F45A"/>
                </a:solidFill>
              </a:defRPr>
            </a:lvl3pPr>
            <a:lvl4pPr>
              <a:defRPr sz="1125" b="1" i="0">
                <a:solidFill>
                  <a:srgbClr val="C7F45A"/>
                </a:solidFill>
              </a:defRPr>
            </a:lvl4pPr>
            <a:lvl5pPr>
              <a:defRPr sz="1125" b="1" i="0">
                <a:solidFill>
                  <a:srgbClr val="C7F45A"/>
                </a:solidFill>
              </a:defRPr>
            </a:lvl5pPr>
            <a:lvl6pPr>
              <a:defRPr sz="1125" b="1" i="0">
                <a:solidFill>
                  <a:srgbClr val="C7F45A"/>
                </a:solidFill>
              </a:defRPr>
            </a:lvl6pPr>
            <a:lvl7pPr>
              <a:defRPr sz="1125" b="1" i="0">
                <a:solidFill>
                  <a:srgbClr val="C7F45A"/>
                </a:solidFill>
              </a:defRPr>
            </a:lvl7pPr>
            <a:lvl8pPr>
              <a:defRPr sz="1125" b="1" i="0">
                <a:solidFill>
                  <a:srgbClr val="C7F45A"/>
                </a:solidFill>
              </a:defRPr>
            </a:lvl8pPr>
            <a:lvl9pPr>
              <a:defRPr sz="112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C7F45A"/>
                </a:solidFill>
              </a:defRPr>
            </a:pPr>
            <a:r>
              <a:rPr sz="1125" b="1" i="0">
                <a:solidFill>
                  <a:srgbClr val="C7F45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99187-083A-44A3-BC7A-3B4E879E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671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FFFFF"/>
                </a:solidFill>
              </a:defRPr>
            </a:defPPr>
            <a:lvl1pPr>
              <a:defRPr sz="2025" b="1" i="0">
                <a:solidFill>
                  <a:srgbClr val="FFFFFF"/>
                </a:solidFill>
              </a:defRPr>
            </a:lvl1pPr>
            <a:lvl2pPr>
              <a:defRPr sz="2025" b="1" i="0">
                <a:solidFill>
                  <a:srgbClr val="FFFFFF"/>
                </a:solidFill>
              </a:defRPr>
            </a:lvl2pPr>
            <a:lvl3pPr>
              <a:defRPr sz="2025" b="1" i="0">
                <a:solidFill>
                  <a:srgbClr val="FFFFFF"/>
                </a:solidFill>
              </a:defRPr>
            </a:lvl3pPr>
            <a:lvl4pPr>
              <a:defRPr sz="2025" b="1" i="0">
                <a:solidFill>
                  <a:srgbClr val="FFFFFF"/>
                </a:solidFill>
              </a:defRPr>
            </a:lvl4pPr>
            <a:lvl5pPr>
              <a:defRPr sz="2025" b="1" i="0">
                <a:solidFill>
                  <a:srgbClr val="FFFFFF"/>
                </a:solidFill>
              </a:defRPr>
            </a:lvl5pPr>
            <a:lvl6pPr>
              <a:defRPr sz="2025" b="1" i="0">
                <a:solidFill>
                  <a:srgbClr val="FFFFFF"/>
                </a:solidFill>
              </a:defRPr>
            </a:lvl6pPr>
            <a:lvl7pPr>
              <a:defRPr sz="2025" b="1" i="0">
                <a:solidFill>
                  <a:srgbClr val="FFFFFF"/>
                </a:solidFill>
              </a:defRPr>
            </a:lvl7pPr>
            <a:lvl8pPr>
              <a:defRPr sz="2025" b="1" i="0">
                <a:solidFill>
                  <a:srgbClr val="FFFFFF"/>
                </a:solidFill>
              </a:defRPr>
            </a:lvl8pPr>
            <a:lvl9pPr>
              <a:defRPr sz="20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Іске дейін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24B941-7700-4967-834B-2131B8F7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1480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8C8C2"/>
                </a:solidFill>
              </a:defRPr>
            </a:defPPr>
            <a:lvl1pPr>
              <a:defRPr sz="1350" b="0" i="0">
                <a:solidFill>
                  <a:srgbClr val="B8C8C2"/>
                </a:solidFill>
              </a:defRPr>
            </a:lvl1pPr>
            <a:lvl2pPr>
              <a:defRPr sz="1350" b="0" i="0">
                <a:solidFill>
                  <a:srgbClr val="B8C8C2"/>
                </a:solidFill>
              </a:defRPr>
            </a:lvl2pPr>
            <a:lvl3pPr>
              <a:defRPr sz="1350" b="0" i="0">
                <a:solidFill>
                  <a:srgbClr val="B8C8C2"/>
                </a:solidFill>
              </a:defRPr>
            </a:lvl3pPr>
            <a:lvl4pPr>
              <a:defRPr sz="1350" b="0" i="0">
                <a:solidFill>
                  <a:srgbClr val="B8C8C2"/>
                </a:solidFill>
              </a:defRPr>
            </a:lvl4pPr>
            <a:lvl5pPr>
              <a:defRPr sz="1350" b="0" i="0">
                <a:solidFill>
                  <a:srgbClr val="B8C8C2"/>
                </a:solidFill>
              </a:defRPr>
            </a:lvl5pPr>
            <a:lvl6pPr>
              <a:defRPr sz="1350" b="0" i="0">
                <a:solidFill>
                  <a:srgbClr val="B8C8C2"/>
                </a:solidFill>
              </a:defRPr>
            </a:lvl6pPr>
            <a:lvl7pPr>
              <a:defRPr sz="1350" b="0" i="0">
                <a:solidFill>
                  <a:srgbClr val="B8C8C2"/>
                </a:solidFill>
              </a:defRPr>
            </a:lvl7pPr>
            <a:lvl8pPr>
              <a:defRPr sz="1350" b="0" i="0">
                <a:solidFill>
                  <a:srgbClr val="B8C8C2"/>
                </a:solidFill>
              </a:defRPr>
            </a:lvl8pPr>
            <a:lvl9pPr>
              <a:defRPr sz="1350" b="0" i="0">
                <a:solidFill>
                  <a:srgbClr val="B8C8C2"/>
                </a:solidFill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B8C8C2"/>
                </a:solidFill>
              </a:defRPr>
            </a:pPr>
            <a:r>
              <a:rPr sz="1350" b="0" i="0">
                <a:solidFill>
                  <a:srgbClr val="B8C8C2"/>
                </a:solidFill>
              </a:rPr>
              <a:t>Диагностикадан</a:t>
            </a:r>
          </a:p>
          <a:p xmlns:a="http://schemas.openxmlformats.org/drawingml/2006/main">
            <a:pPr>
              <a:defRPr sz="1350" b="0" i="0">
                <a:solidFill>
                  <a:srgbClr val="B8C8C2"/>
                </a:solidFill>
              </a:defRPr>
            </a:pPr>
            <a:r>
              <a:rPr sz="1350" b="0" i="0">
                <a:solidFill>
                  <a:srgbClr val="B8C8C2"/>
                </a:solidFill>
              </a:rPr>
              <a:t>дайын брифке өтеді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E10A3-32B2-435A-8306-F2B10FBA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7F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263CA-CD57-4B15-860D-B90622E5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102B27"/>
                </a:solidFill>
              </a:defRPr>
            </a:defPPr>
            <a:lvl1pPr>
              <a:defRPr sz="1350" b="1" i="0">
                <a:solidFill>
                  <a:srgbClr val="102B27"/>
                </a:solidFill>
              </a:defRPr>
            </a:lvl1pPr>
            <a:lvl2pPr>
              <a:defRPr sz="1350" b="1" i="0">
                <a:solidFill>
                  <a:srgbClr val="102B27"/>
                </a:solidFill>
              </a:defRPr>
            </a:lvl2pPr>
            <a:lvl3pPr>
              <a:defRPr sz="1350" b="1" i="0">
                <a:solidFill>
                  <a:srgbClr val="102B27"/>
                </a:solidFill>
              </a:defRPr>
            </a:lvl3pPr>
            <a:lvl4pPr>
              <a:defRPr sz="1350" b="1" i="0">
                <a:solidFill>
                  <a:srgbClr val="102B27"/>
                </a:solidFill>
              </a:defRPr>
            </a:lvl4pPr>
            <a:lvl5pPr>
              <a:defRPr sz="1350" b="1" i="0">
                <a:solidFill>
                  <a:srgbClr val="102B27"/>
                </a:solidFill>
              </a:defRPr>
            </a:lvl5pPr>
            <a:lvl6pPr>
              <a:defRPr sz="1350" b="1" i="0">
                <a:solidFill>
                  <a:srgbClr val="102B27"/>
                </a:solidFill>
              </a:defRPr>
            </a:lvl6pPr>
            <a:lvl7pPr>
              <a:defRPr sz="1350" b="1" i="0">
                <a:solidFill>
                  <a:srgbClr val="102B27"/>
                </a:solidFill>
              </a:defRPr>
            </a:lvl7pPr>
            <a:lvl8pPr>
              <a:defRPr sz="1350" b="1" i="0">
                <a:solidFill>
                  <a:srgbClr val="102B27"/>
                </a:solidFill>
              </a:defRPr>
            </a:lvl8pPr>
            <a:lvl9pPr>
              <a:defRPr sz="135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102B27"/>
                </a:solidFill>
              </a:defRPr>
            </a:pPr>
            <a:r>
              <a:rPr sz="1350" b="1" i="0">
                <a:solidFill>
                  <a:srgbClr val="102B27"/>
                </a:solidFill>
              </a:rPr>
              <a:t>Нәтиже: кәсіпкер қай AI-ды не үшін және қалай тексеретінін түсінеді.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854D7-AFB8-457D-89FA-C6B559B7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AFC1BB"/>
                </a:solidFill>
              </a:defRPr>
            </a:defPPr>
            <a:lvl1pPr>
              <a:defRPr sz="900" b="1" i="0">
                <a:solidFill>
                  <a:srgbClr val="AFC1BB"/>
                </a:solidFill>
              </a:defRPr>
            </a:lvl1pPr>
            <a:lvl2pPr>
              <a:defRPr sz="900" b="1" i="0">
                <a:solidFill>
                  <a:srgbClr val="AFC1BB"/>
                </a:solidFill>
              </a:defRPr>
            </a:lvl2pPr>
            <a:lvl3pPr>
              <a:defRPr sz="900" b="1" i="0">
                <a:solidFill>
                  <a:srgbClr val="AFC1BB"/>
                </a:solidFill>
              </a:defRPr>
            </a:lvl3pPr>
            <a:lvl4pPr>
              <a:defRPr sz="900" b="1" i="0">
                <a:solidFill>
                  <a:srgbClr val="AFC1BB"/>
                </a:solidFill>
              </a:defRPr>
            </a:lvl4pPr>
            <a:lvl5pPr>
              <a:defRPr sz="900" b="1" i="0">
                <a:solidFill>
                  <a:srgbClr val="AFC1BB"/>
                </a:solidFill>
              </a:defRPr>
            </a:lvl5pPr>
            <a:lvl6pPr>
              <a:defRPr sz="900" b="1" i="0">
                <a:solidFill>
                  <a:srgbClr val="AFC1BB"/>
                </a:solidFill>
              </a:defRPr>
            </a:lvl6pPr>
            <a:lvl7pPr>
              <a:defRPr sz="900" b="1" i="0">
                <a:solidFill>
                  <a:srgbClr val="AFC1BB"/>
                </a:solidFill>
              </a:defRPr>
            </a:lvl7pPr>
            <a:lvl8pPr>
              <a:defRPr sz="900" b="1" i="0">
                <a:solidFill>
                  <a:srgbClr val="AFC1BB"/>
                </a:solidFill>
              </a:defRPr>
            </a:lvl8pPr>
            <a:lvl9pPr>
              <a:defRPr sz="900" b="1" i="0">
                <a:solidFill>
                  <a:srgbClr val="AFC1BB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AFC1BB"/>
                </a:solidFill>
              </a:defRPr>
            </a:pPr>
            <a:r>
              <a:rPr sz="900" b="1" i="0">
                <a:solidFill>
                  <a:srgbClr val="AFC1B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93626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56B13-43F4-4AAE-8DDA-A5EE31D3B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25313e6f745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9E8EF-7300-432A-8D51-D2711B80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614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D8A28-D9F5-4270-AE10-4686429A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 i="0">
                <a:solidFill>
                  <a:srgbClr val="FFFFFF"/>
                </a:solidFill>
              </a:defRPr>
            </a:defPPr>
            <a:lvl1pPr>
              <a:defRPr sz="2175" b="1" i="0">
                <a:solidFill>
                  <a:srgbClr val="FFFFFF"/>
                </a:solidFill>
              </a:defRPr>
            </a:lvl1pPr>
            <a:lvl2pPr>
              <a:defRPr sz="2175" b="1" i="0">
                <a:solidFill>
                  <a:srgbClr val="FFFFFF"/>
                </a:solidFill>
              </a:defRPr>
            </a:lvl2pPr>
            <a:lvl3pPr>
              <a:defRPr sz="2175" b="1" i="0">
                <a:solidFill>
                  <a:srgbClr val="FFFFFF"/>
                </a:solidFill>
              </a:defRPr>
            </a:lvl3pPr>
            <a:lvl4pPr>
              <a:defRPr sz="2175" b="1" i="0">
                <a:solidFill>
                  <a:srgbClr val="FFFFFF"/>
                </a:solidFill>
              </a:defRPr>
            </a:lvl4pPr>
            <a:lvl5pPr>
              <a:defRPr sz="2175" b="1" i="0">
                <a:solidFill>
                  <a:srgbClr val="FFFFFF"/>
                </a:solidFill>
              </a:defRPr>
            </a:lvl5pPr>
            <a:lvl6pPr>
              <a:defRPr sz="2175" b="1" i="0">
                <a:solidFill>
                  <a:srgbClr val="FFFFFF"/>
                </a:solidFill>
              </a:defRPr>
            </a:lvl6pPr>
            <a:lvl7pPr>
              <a:defRPr sz="2175" b="1" i="0">
                <a:solidFill>
                  <a:srgbClr val="FFFFFF"/>
                </a:solidFill>
              </a:defRPr>
            </a:lvl7pPr>
            <a:lvl8pPr>
              <a:defRPr sz="2175" b="1" i="0">
                <a:solidFill>
                  <a:srgbClr val="FFFFFF"/>
                </a:solidFill>
              </a:defRPr>
            </a:lvl8pPr>
            <a:lvl9pPr>
              <a:defRPr sz="217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sana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7693E-B991-4698-97EA-44373D92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 i="0">
                <a:solidFill>
                  <a:srgbClr val="C7F45A"/>
                </a:solidFill>
              </a:defRPr>
            </a:defPPr>
            <a:lvl1pPr>
              <a:defRPr sz="1950" b="0" i="0">
                <a:solidFill>
                  <a:srgbClr val="C7F45A"/>
                </a:solidFill>
              </a:defRPr>
            </a:lvl1pPr>
            <a:lvl2pPr>
              <a:defRPr sz="1950" b="0" i="0">
                <a:solidFill>
                  <a:srgbClr val="C7F45A"/>
                </a:solidFill>
              </a:defRPr>
            </a:lvl2pPr>
            <a:lvl3pPr>
              <a:defRPr sz="1950" b="0" i="0">
                <a:solidFill>
                  <a:srgbClr val="C7F45A"/>
                </a:solidFill>
              </a:defRPr>
            </a:lvl3pPr>
            <a:lvl4pPr>
              <a:defRPr sz="1950" b="0" i="0">
                <a:solidFill>
                  <a:srgbClr val="C7F45A"/>
                </a:solidFill>
              </a:defRPr>
            </a:lvl4pPr>
            <a:lvl5pPr>
              <a:defRPr sz="1950" b="0" i="0">
                <a:solidFill>
                  <a:srgbClr val="C7F45A"/>
                </a:solidFill>
              </a:defRPr>
            </a:lvl5pPr>
            <a:lvl6pPr>
              <a:defRPr sz="1950" b="0" i="0">
                <a:solidFill>
                  <a:srgbClr val="C7F45A"/>
                </a:solidFill>
              </a:defRPr>
            </a:lvl6pPr>
            <a:lvl7pPr>
              <a:defRPr sz="1950" b="0" i="0">
                <a:solidFill>
                  <a:srgbClr val="C7F45A"/>
                </a:solidFill>
              </a:defRPr>
            </a:lvl7pPr>
            <a:lvl8pPr>
              <a:defRPr sz="1950" b="0" i="0">
                <a:solidFill>
                  <a:srgbClr val="C7F45A"/>
                </a:solidFill>
              </a:defRPr>
            </a:lvl8pPr>
            <a:lvl9pPr>
              <a:defRPr sz="1950" b="0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C7F45A"/>
                </a:solidFill>
              </a:defRPr>
            </a:pPr>
            <a:r>
              <a:rPr sz="1950" b="0" i="0">
                <a:solidFill>
                  <a:srgbClr val="C7F45A"/>
                </a:solidFill>
              </a:rPr>
              <a:t>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2B4AD-BE12-4E70-9DE8-62699A4A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FFFFFF"/>
                </a:solidFill>
              </a:defRPr>
            </a:defPPr>
            <a:lvl1pPr>
              <a:defRPr sz="750" b="1" i="0">
                <a:solidFill>
                  <a:srgbClr val="FFFFFF"/>
                </a:solidFill>
              </a:defRPr>
            </a:lvl1pPr>
            <a:lvl2pPr>
              <a:defRPr sz="750" b="1" i="0">
                <a:solidFill>
                  <a:srgbClr val="FFFFFF"/>
                </a:solidFill>
              </a:defRPr>
            </a:lvl2pPr>
            <a:lvl3pPr>
              <a:defRPr sz="750" b="1" i="0">
                <a:solidFill>
                  <a:srgbClr val="FFFFFF"/>
                </a:solidFill>
              </a:defRPr>
            </a:lvl3pPr>
            <a:lvl4pPr>
              <a:defRPr sz="750" b="1" i="0">
                <a:solidFill>
                  <a:srgbClr val="FFFFFF"/>
                </a:solidFill>
              </a:defRPr>
            </a:lvl4pPr>
            <a:lvl5pPr>
              <a:defRPr sz="750" b="1" i="0">
                <a:solidFill>
                  <a:srgbClr val="FFFFFF"/>
                </a:solidFill>
              </a:defRPr>
            </a:lvl5pPr>
            <a:lvl6pPr>
              <a:defRPr sz="750" b="1" i="0">
                <a:solidFill>
                  <a:srgbClr val="FFFFFF"/>
                </a:solidFill>
              </a:defRPr>
            </a:lvl6pPr>
            <a:lvl7pPr>
              <a:defRPr sz="750" b="1" i="0">
                <a:solidFill>
                  <a:srgbClr val="FFFFFF"/>
                </a:solidFill>
              </a:defRPr>
            </a:lvl7pPr>
            <a:lvl8pPr>
              <a:defRPr sz="750" b="1" i="0">
                <a:solidFill>
                  <a:srgbClr val="FFFFFF"/>
                </a:solidFill>
              </a:defRPr>
            </a:lvl8pPr>
            <a:lvl9pPr>
              <a:defRPr sz="7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C1BEC-AE1C-4903-8380-6E8066E8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C7F45A"/>
                </a:solidFill>
              </a:defRPr>
            </a:defPPr>
            <a:lvl1pPr>
              <a:defRPr sz="975" b="1" i="0">
                <a:solidFill>
                  <a:srgbClr val="C7F45A"/>
                </a:solidFill>
              </a:defRPr>
            </a:lvl1pPr>
            <a:lvl2pPr>
              <a:defRPr sz="975" b="1" i="0">
                <a:solidFill>
                  <a:srgbClr val="C7F45A"/>
                </a:solidFill>
              </a:defRPr>
            </a:lvl2pPr>
            <a:lvl3pPr>
              <a:defRPr sz="975" b="1" i="0">
                <a:solidFill>
                  <a:srgbClr val="C7F45A"/>
                </a:solidFill>
              </a:defRPr>
            </a:lvl3pPr>
            <a:lvl4pPr>
              <a:defRPr sz="975" b="1" i="0">
                <a:solidFill>
                  <a:srgbClr val="C7F45A"/>
                </a:solidFill>
              </a:defRPr>
            </a:lvl4pPr>
            <a:lvl5pPr>
              <a:defRPr sz="975" b="1" i="0">
                <a:solidFill>
                  <a:srgbClr val="C7F45A"/>
                </a:solidFill>
              </a:defRPr>
            </a:lvl5pPr>
            <a:lvl6pPr>
              <a:defRPr sz="975" b="1" i="0">
                <a:solidFill>
                  <a:srgbClr val="C7F45A"/>
                </a:solidFill>
              </a:defRPr>
            </a:lvl6pPr>
            <a:lvl7pPr>
              <a:defRPr sz="975" b="1" i="0">
                <a:solidFill>
                  <a:srgbClr val="C7F45A"/>
                </a:solidFill>
              </a:defRPr>
            </a:lvl7pPr>
            <a:lvl8pPr>
              <a:defRPr sz="975" b="1" i="0">
                <a:solidFill>
                  <a:srgbClr val="C7F45A"/>
                </a:solidFill>
              </a:defRPr>
            </a:lvl8pPr>
            <a:lvl9pPr>
              <a:defRPr sz="97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C7F45A"/>
                </a:solidFill>
              </a:defRPr>
            </a:pPr>
            <a:r>
              <a:rPr sz="975" b="1" i="0">
                <a:solidFill>
                  <a:srgbClr val="C7F45A"/>
                </a:solidFill>
              </a:rPr>
              <a:t>ДАЙЫН ПИЛОТ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6F241-2B61-47E9-A909-618EC794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6858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 i="0">
                <a:solidFill>
                  <a:srgbClr val="FFFFFF"/>
                </a:solidFill>
              </a:defRPr>
            </a:defPPr>
            <a:lvl1pPr>
              <a:defRPr sz="3600" b="1" i="0">
                <a:solidFill>
                  <a:srgbClr val="FFFFFF"/>
                </a:solidFill>
              </a:defRPr>
            </a:lvl1pPr>
            <a:lvl2pPr>
              <a:defRPr sz="3600" b="1" i="0">
                <a:solidFill>
                  <a:srgbClr val="FFFFFF"/>
                </a:solidFill>
              </a:defRPr>
            </a:lvl2pPr>
            <a:lvl3pPr>
              <a:defRPr sz="3600" b="1" i="0">
                <a:solidFill>
                  <a:srgbClr val="FFFFFF"/>
                </a:solidFill>
              </a:defRPr>
            </a:lvl3pPr>
            <a:lvl4pPr>
              <a:defRPr sz="3600" b="1" i="0">
                <a:solidFill>
                  <a:srgbClr val="FFFFFF"/>
                </a:solidFill>
              </a:defRPr>
            </a:lvl4pPr>
            <a:lvl5pPr>
              <a:defRPr sz="3600" b="1" i="0">
                <a:solidFill>
                  <a:srgbClr val="FFFFFF"/>
                </a:solidFill>
              </a:defRPr>
            </a:lvl5pPr>
            <a:lvl6pPr>
              <a:defRPr sz="3600" b="1" i="0">
                <a:solidFill>
                  <a:srgbClr val="FFFFFF"/>
                </a:solidFill>
              </a:defRPr>
            </a:lvl6pPr>
            <a:lvl7pPr>
              <a:defRPr sz="3600" b="1" i="0">
                <a:solidFill>
                  <a:srgbClr val="FFFFFF"/>
                </a:solidFill>
              </a:defRPr>
            </a:lvl7pPr>
            <a:lvl8pPr>
              <a:defRPr sz="3600" b="1" i="0">
                <a:solidFill>
                  <a:srgbClr val="FFFFFF"/>
                </a:solidFill>
              </a:defRPr>
            </a:lvl8pPr>
            <a:lvl9pPr>
              <a:defRPr sz="36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SaNa Business таңдалса,</a:t>
            </a:r>
          </a:p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трек бірден тексерілетін</a:t>
            </a:r>
          </a:p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өнім алады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8ED3F-C371-435B-9CF9-FE9FA143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43D7DF"/>
                </a:solidFill>
              </a:defRPr>
            </a:defPPr>
            <a:lvl1pPr>
              <a:defRPr sz="1050" b="1" i="0">
                <a:solidFill>
                  <a:srgbClr val="43D7DF"/>
                </a:solidFill>
              </a:defRPr>
            </a:lvl1pPr>
            <a:lvl2pPr>
              <a:defRPr sz="1050" b="1" i="0">
                <a:solidFill>
                  <a:srgbClr val="43D7DF"/>
                </a:solidFill>
              </a:defRPr>
            </a:lvl2pPr>
            <a:lvl3pPr>
              <a:defRPr sz="1050" b="1" i="0">
                <a:solidFill>
                  <a:srgbClr val="43D7DF"/>
                </a:solidFill>
              </a:defRPr>
            </a:lvl3pPr>
            <a:lvl4pPr>
              <a:defRPr sz="1050" b="1" i="0">
                <a:solidFill>
                  <a:srgbClr val="43D7DF"/>
                </a:solidFill>
              </a:defRPr>
            </a:lvl4pPr>
            <a:lvl5pPr>
              <a:defRPr sz="1050" b="1" i="0">
                <a:solidFill>
                  <a:srgbClr val="43D7DF"/>
                </a:solidFill>
              </a:defRPr>
            </a:lvl5pPr>
            <a:lvl6pPr>
              <a:defRPr sz="1050" b="1" i="0">
                <a:solidFill>
                  <a:srgbClr val="43D7DF"/>
                </a:solidFill>
              </a:defRPr>
            </a:lvl6pPr>
            <a:lvl7pPr>
              <a:defRPr sz="1050" b="1" i="0">
                <a:solidFill>
                  <a:srgbClr val="43D7DF"/>
                </a:solidFill>
              </a:defRPr>
            </a:lvl7pPr>
            <a:lvl8pPr>
              <a:defRPr sz="1050" b="1" i="0">
                <a:solidFill>
                  <a:srgbClr val="43D7DF"/>
                </a:solidFill>
              </a:defRPr>
            </a:lvl8pPr>
            <a:lvl9pPr>
              <a:defRPr sz="1050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43D7DF"/>
                </a:solidFill>
              </a:defRPr>
            </a:pPr>
            <a:r>
              <a:rPr sz="1050" b="1" i="0">
                <a:solidFill>
                  <a:srgbClr val="43D7D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693A8-D5FC-4FE4-BB7F-B20DE772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</a:defRPr>
            </a:defPPr>
            <a:lvl1pPr>
              <a:defRPr sz="1650" b="1" i="0">
                <a:solidFill>
                  <a:srgbClr val="FFFFFF"/>
                </a:solidFill>
              </a:defRPr>
            </a:lvl1pPr>
            <a:lvl2pPr>
              <a:defRPr sz="1650" b="1" i="0">
                <a:solidFill>
                  <a:srgbClr val="FFFFFF"/>
                </a:solidFill>
              </a:defRPr>
            </a:lvl2pPr>
            <a:lvl3pPr>
              <a:defRPr sz="1650" b="1" i="0">
                <a:solidFill>
                  <a:srgbClr val="FFFFFF"/>
                </a:solidFill>
              </a:defRPr>
            </a:lvl3pPr>
            <a:lvl4pPr>
              <a:defRPr sz="1650" b="1" i="0">
                <a:solidFill>
                  <a:srgbClr val="FFFFFF"/>
                </a:solidFill>
              </a:defRPr>
            </a:lvl4pPr>
            <a:lvl5pPr>
              <a:defRPr sz="1650" b="1" i="0">
                <a:solidFill>
                  <a:srgbClr val="FFFFFF"/>
                </a:solidFill>
              </a:defRPr>
            </a:lvl5pPr>
            <a:lvl6pPr>
              <a:defRPr sz="1650" b="1" i="0">
                <a:solidFill>
                  <a:srgbClr val="FFFFFF"/>
                </a:solidFill>
              </a:defRPr>
            </a:lvl6pPr>
            <a:lvl7pPr>
              <a:defRPr sz="1650" b="1" i="0">
                <a:solidFill>
                  <a:srgbClr val="FFFFFF"/>
                </a:solidFill>
              </a:defRPr>
            </a:lvl7pPr>
            <a:lvl8pPr>
              <a:defRPr sz="1650" b="1" i="0">
                <a:solidFill>
                  <a:srgbClr val="FFFFFF"/>
                </a:solidFill>
              </a:defRPr>
            </a:lvl8pPr>
            <a:lvl9pPr>
              <a:defRPr sz="16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Жұмыс істейтін production сайт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6EA92-2CF6-4FE3-BBA8-F0410868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43D7DF"/>
                </a:solidFill>
              </a:defRPr>
            </a:defPPr>
            <a:lvl1pPr>
              <a:defRPr sz="1050" b="1" i="0">
                <a:solidFill>
                  <a:srgbClr val="43D7DF"/>
                </a:solidFill>
              </a:defRPr>
            </a:lvl1pPr>
            <a:lvl2pPr>
              <a:defRPr sz="1050" b="1" i="0">
                <a:solidFill>
                  <a:srgbClr val="43D7DF"/>
                </a:solidFill>
              </a:defRPr>
            </a:lvl2pPr>
            <a:lvl3pPr>
              <a:defRPr sz="1050" b="1" i="0">
                <a:solidFill>
                  <a:srgbClr val="43D7DF"/>
                </a:solidFill>
              </a:defRPr>
            </a:lvl3pPr>
            <a:lvl4pPr>
              <a:defRPr sz="1050" b="1" i="0">
                <a:solidFill>
                  <a:srgbClr val="43D7DF"/>
                </a:solidFill>
              </a:defRPr>
            </a:lvl4pPr>
            <a:lvl5pPr>
              <a:defRPr sz="1050" b="1" i="0">
                <a:solidFill>
                  <a:srgbClr val="43D7DF"/>
                </a:solidFill>
              </a:defRPr>
            </a:lvl5pPr>
            <a:lvl6pPr>
              <a:defRPr sz="1050" b="1" i="0">
                <a:solidFill>
                  <a:srgbClr val="43D7DF"/>
                </a:solidFill>
              </a:defRPr>
            </a:lvl6pPr>
            <a:lvl7pPr>
              <a:defRPr sz="1050" b="1" i="0">
                <a:solidFill>
                  <a:srgbClr val="43D7DF"/>
                </a:solidFill>
              </a:defRPr>
            </a:lvl7pPr>
            <a:lvl8pPr>
              <a:defRPr sz="1050" b="1" i="0">
                <a:solidFill>
                  <a:srgbClr val="43D7DF"/>
                </a:solidFill>
              </a:defRPr>
            </a:lvl8pPr>
            <a:lvl9pPr>
              <a:defRPr sz="1050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43D7DF"/>
                </a:solidFill>
              </a:defRPr>
            </a:pPr>
            <a:r>
              <a:rPr sz="1050" b="1" i="0">
                <a:solidFill>
                  <a:srgbClr val="43D7D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0B9B9-A6FC-48CA-A308-809266FF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</a:defRPr>
            </a:defPPr>
            <a:lvl1pPr>
              <a:defRPr sz="1650" b="1" i="0">
                <a:solidFill>
                  <a:srgbClr val="FFFFFF"/>
                </a:solidFill>
              </a:defRPr>
            </a:lvl1pPr>
            <a:lvl2pPr>
              <a:defRPr sz="1650" b="1" i="0">
                <a:solidFill>
                  <a:srgbClr val="FFFFFF"/>
                </a:solidFill>
              </a:defRPr>
            </a:lvl2pPr>
            <a:lvl3pPr>
              <a:defRPr sz="1650" b="1" i="0">
                <a:solidFill>
                  <a:srgbClr val="FFFFFF"/>
                </a:solidFill>
              </a:defRPr>
            </a:lvl3pPr>
            <a:lvl4pPr>
              <a:defRPr sz="1650" b="1" i="0">
                <a:solidFill>
                  <a:srgbClr val="FFFFFF"/>
                </a:solidFill>
              </a:defRPr>
            </a:lvl4pPr>
            <a:lvl5pPr>
              <a:defRPr sz="1650" b="1" i="0">
                <a:solidFill>
                  <a:srgbClr val="FFFFFF"/>
                </a:solidFill>
              </a:defRPr>
            </a:lvl5pPr>
            <a:lvl6pPr>
              <a:defRPr sz="1650" b="1" i="0">
                <a:solidFill>
                  <a:srgbClr val="FFFFFF"/>
                </a:solidFill>
              </a:defRPr>
            </a:lvl6pPr>
            <a:lvl7pPr>
              <a:defRPr sz="1650" b="1" i="0">
                <a:solidFill>
                  <a:srgbClr val="FFFFFF"/>
                </a:solidFill>
              </a:defRPr>
            </a:lvl7pPr>
            <a:lvl8pPr>
              <a:defRPr sz="1650" b="1" i="0">
                <a:solidFill>
                  <a:srgbClr val="FFFFFF"/>
                </a:solidFill>
              </a:defRPr>
            </a:lvl8pPr>
            <a:lvl9pPr>
              <a:defRPr sz="16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4 апталық өлшенетін пилот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A6228-6167-4038-A9D4-DD5AFF90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43D7DF"/>
                </a:solidFill>
              </a:defRPr>
            </a:defPPr>
            <a:lvl1pPr>
              <a:defRPr sz="1050" b="1" i="0">
                <a:solidFill>
                  <a:srgbClr val="43D7DF"/>
                </a:solidFill>
              </a:defRPr>
            </a:lvl1pPr>
            <a:lvl2pPr>
              <a:defRPr sz="1050" b="1" i="0">
                <a:solidFill>
                  <a:srgbClr val="43D7DF"/>
                </a:solidFill>
              </a:defRPr>
            </a:lvl2pPr>
            <a:lvl3pPr>
              <a:defRPr sz="1050" b="1" i="0">
                <a:solidFill>
                  <a:srgbClr val="43D7DF"/>
                </a:solidFill>
              </a:defRPr>
            </a:lvl3pPr>
            <a:lvl4pPr>
              <a:defRPr sz="1050" b="1" i="0">
                <a:solidFill>
                  <a:srgbClr val="43D7DF"/>
                </a:solidFill>
              </a:defRPr>
            </a:lvl4pPr>
            <a:lvl5pPr>
              <a:defRPr sz="1050" b="1" i="0">
                <a:solidFill>
                  <a:srgbClr val="43D7DF"/>
                </a:solidFill>
              </a:defRPr>
            </a:lvl5pPr>
            <a:lvl6pPr>
              <a:defRPr sz="1050" b="1" i="0">
                <a:solidFill>
                  <a:srgbClr val="43D7DF"/>
                </a:solidFill>
              </a:defRPr>
            </a:lvl6pPr>
            <a:lvl7pPr>
              <a:defRPr sz="1050" b="1" i="0">
                <a:solidFill>
                  <a:srgbClr val="43D7DF"/>
                </a:solidFill>
              </a:defRPr>
            </a:lvl7pPr>
            <a:lvl8pPr>
              <a:defRPr sz="1050" b="1" i="0">
                <a:solidFill>
                  <a:srgbClr val="43D7DF"/>
                </a:solidFill>
              </a:defRPr>
            </a:lvl8pPr>
            <a:lvl9pPr>
              <a:defRPr sz="1050" b="1" i="0">
                <a:solidFill>
                  <a:srgbClr val="43D7DF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43D7DF"/>
                </a:solidFill>
              </a:defRPr>
            </a:pPr>
            <a:r>
              <a:rPr sz="1050" b="1" i="0">
                <a:solidFill>
                  <a:srgbClr val="43D7D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A199F-2EA6-429B-8A55-2C37CCFF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</a:defRPr>
            </a:defPPr>
            <a:lvl1pPr>
              <a:defRPr sz="1650" b="1" i="0">
                <a:solidFill>
                  <a:srgbClr val="FFFFFF"/>
                </a:solidFill>
              </a:defRPr>
            </a:lvl1pPr>
            <a:lvl2pPr>
              <a:defRPr sz="1650" b="1" i="0">
                <a:solidFill>
                  <a:srgbClr val="FFFFFF"/>
                </a:solidFill>
              </a:defRPr>
            </a:lvl2pPr>
            <a:lvl3pPr>
              <a:defRPr sz="1650" b="1" i="0">
                <a:solidFill>
                  <a:srgbClr val="FFFFFF"/>
                </a:solidFill>
              </a:defRPr>
            </a:lvl3pPr>
            <a:lvl4pPr>
              <a:defRPr sz="1650" b="1" i="0">
                <a:solidFill>
                  <a:srgbClr val="FFFFFF"/>
                </a:solidFill>
              </a:defRPr>
            </a:lvl4pPr>
            <a:lvl5pPr>
              <a:defRPr sz="1650" b="1" i="0">
                <a:solidFill>
                  <a:srgbClr val="FFFFFF"/>
                </a:solidFill>
              </a:defRPr>
            </a:lvl5pPr>
            <a:lvl6pPr>
              <a:defRPr sz="1650" b="1" i="0">
                <a:solidFill>
                  <a:srgbClr val="FFFFFF"/>
                </a:solidFill>
              </a:defRPr>
            </a:lvl6pPr>
            <a:lvl7pPr>
              <a:defRPr sz="1650" b="1" i="0">
                <a:solidFill>
                  <a:srgbClr val="FFFFFF"/>
                </a:solidFill>
              </a:defRPr>
            </a:lvl7pPr>
            <a:lvl8pPr>
              <a:defRPr sz="1650" b="1" i="0">
                <a:solidFill>
                  <a:srgbClr val="FFFFFF"/>
                </a:solidFill>
              </a:defRPr>
            </a:lvl8pPr>
            <a:lvl9pPr>
              <a:defRPr sz="16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5–10 жергілікті кәсіпкермен тексеру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550FD-C627-4B35-9855-AC2F09F9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44386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123C34"/>
          </a:solidFill>
          <a:ln xmlns:a="http://schemas.openxmlformats.org/drawingml/2006/main" w="9525">
            <a:solidFill>
              <a:srgbClr val="3659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AD8F1-7D54-4AA9-9B71-6D23DF35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52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C7F45A"/>
                </a:solidFill>
              </a:defRPr>
            </a:defPPr>
            <a:lvl1pPr>
              <a:defRPr sz="975" b="1" i="0">
                <a:solidFill>
                  <a:srgbClr val="C7F45A"/>
                </a:solidFill>
              </a:defRPr>
            </a:lvl1pPr>
            <a:lvl2pPr>
              <a:defRPr sz="975" b="1" i="0">
                <a:solidFill>
                  <a:srgbClr val="C7F45A"/>
                </a:solidFill>
              </a:defRPr>
            </a:lvl2pPr>
            <a:lvl3pPr>
              <a:defRPr sz="975" b="1" i="0">
                <a:solidFill>
                  <a:srgbClr val="C7F45A"/>
                </a:solidFill>
              </a:defRPr>
            </a:lvl3pPr>
            <a:lvl4pPr>
              <a:defRPr sz="975" b="1" i="0">
                <a:solidFill>
                  <a:srgbClr val="C7F45A"/>
                </a:solidFill>
              </a:defRPr>
            </a:lvl4pPr>
            <a:lvl5pPr>
              <a:defRPr sz="975" b="1" i="0">
                <a:solidFill>
                  <a:srgbClr val="C7F45A"/>
                </a:solidFill>
              </a:defRPr>
            </a:lvl5pPr>
            <a:lvl6pPr>
              <a:defRPr sz="975" b="1" i="0">
                <a:solidFill>
                  <a:srgbClr val="C7F45A"/>
                </a:solidFill>
              </a:defRPr>
            </a:lvl6pPr>
            <a:lvl7pPr>
              <a:defRPr sz="975" b="1" i="0">
                <a:solidFill>
                  <a:srgbClr val="C7F45A"/>
                </a:solidFill>
              </a:defRPr>
            </a:lvl7pPr>
            <a:lvl8pPr>
              <a:defRPr sz="975" b="1" i="0">
                <a:solidFill>
                  <a:srgbClr val="C7F45A"/>
                </a:solidFill>
              </a:defRPr>
            </a:lvl8pPr>
            <a:lvl9pPr>
              <a:defRPr sz="975" b="1" i="0">
                <a:solidFill>
                  <a:srgbClr val="C7F45A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C7F45A"/>
                </a:solidFill>
              </a:defRPr>
            </a:pPr>
            <a:r>
              <a:rPr sz="975" b="1" i="0">
                <a:solidFill>
                  <a:srgbClr val="C7F45A"/>
                </a:solidFill>
              </a:rPr>
              <a:t>БІЗГЕ КЕРЕГІ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8E3E5-2114-4F7B-A769-53B79C31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669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FFFFF"/>
                </a:solidFill>
              </a:defRPr>
            </a:defPPr>
            <a:lvl1pPr>
              <a:defRPr sz="2025" b="1" i="0">
                <a:solidFill>
                  <a:srgbClr val="FFFFFF"/>
                </a:solidFill>
              </a:defRPr>
            </a:lvl1pPr>
            <a:lvl2pPr>
              <a:defRPr sz="2025" b="1" i="0">
                <a:solidFill>
                  <a:srgbClr val="FFFFFF"/>
                </a:solidFill>
              </a:defRPr>
            </a:lvl2pPr>
            <a:lvl3pPr>
              <a:defRPr sz="2025" b="1" i="0">
                <a:solidFill>
                  <a:srgbClr val="FFFFFF"/>
                </a:solidFill>
              </a:defRPr>
            </a:lvl3pPr>
            <a:lvl4pPr>
              <a:defRPr sz="2025" b="1" i="0">
                <a:solidFill>
                  <a:srgbClr val="FFFFFF"/>
                </a:solidFill>
              </a:defRPr>
            </a:lvl4pPr>
            <a:lvl5pPr>
              <a:defRPr sz="2025" b="1" i="0">
                <a:solidFill>
                  <a:srgbClr val="FFFFFF"/>
                </a:solidFill>
              </a:defRPr>
            </a:lvl5pPr>
            <a:lvl6pPr>
              <a:defRPr sz="2025" b="1" i="0">
                <a:solidFill>
                  <a:srgbClr val="FFFFFF"/>
                </a:solidFill>
              </a:defRPr>
            </a:lvl6pPr>
            <a:lvl7pPr>
              <a:defRPr sz="2025" b="1" i="0">
                <a:solidFill>
                  <a:srgbClr val="FFFFFF"/>
                </a:solidFill>
              </a:defRPr>
            </a:lvl7pPr>
            <a:lvl8pPr>
              <a:defRPr sz="2025" b="1" i="0">
                <a:solidFill>
                  <a:srgbClr val="FFFFFF"/>
                </a:solidFill>
              </a:defRPr>
            </a:lvl8pPr>
            <a:lvl9pPr>
              <a:defRPr sz="20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Пилот кәсіпкерлер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59C32-12CF-4749-8205-5068ADEA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76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FFFFF"/>
                </a:solidFill>
              </a:defRPr>
            </a:defPPr>
            <a:lvl1pPr>
              <a:defRPr sz="2025" b="1" i="0">
                <a:solidFill>
                  <a:srgbClr val="FFFFFF"/>
                </a:solidFill>
              </a:defRPr>
            </a:lvl1pPr>
            <a:lvl2pPr>
              <a:defRPr sz="2025" b="1" i="0">
                <a:solidFill>
                  <a:srgbClr val="FFFFFF"/>
                </a:solidFill>
              </a:defRPr>
            </a:lvl2pPr>
            <a:lvl3pPr>
              <a:defRPr sz="2025" b="1" i="0">
                <a:solidFill>
                  <a:srgbClr val="FFFFFF"/>
                </a:solidFill>
              </a:defRPr>
            </a:lvl3pPr>
            <a:lvl4pPr>
              <a:defRPr sz="2025" b="1" i="0">
                <a:solidFill>
                  <a:srgbClr val="FFFFFF"/>
                </a:solidFill>
              </a:defRPr>
            </a:lvl4pPr>
            <a:lvl5pPr>
              <a:defRPr sz="2025" b="1" i="0">
                <a:solidFill>
                  <a:srgbClr val="FFFFFF"/>
                </a:solidFill>
              </a:defRPr>
            </a:lvl5pPr>
            <a:lvl6pPr>
              <a:defRPr sz="2025" b="1" i="0">
                <a:solidFill>
                  <a:srgbClr val="FFFFFF"/>
                </a:solidFill>
              </a:defRPr>
            </a:lvl6pPr>
            <a:lvl7pPr>
              <a:defRPr sz="2025" b="1" i="0">
                <a:solidFill>
                  <a:srgbClr val="FFFFFF"/>
                </a:solidFill>
              </a:defRPr>
            </a:lvl7pPr>
            <a:lvl8pPr>
              <a:defRPr sz="2025" b="1" i="0">
                <a:solidFill>
                  <a:srgbClr val="FFFFFF"/>
                </a:solidFill>
              </a:defRPr>
            </a:lvl8pPr>
            <a:lvl9pPr>
              <a:defRPr sz="20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Менторлық қолдау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9059E-1076-4951-8405-B4A2EE18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FFFFF"/>
                </a:solidFill>
              </a:defRPr>
            </a:defPPr>
            <a:lvl1pPr>
              <a:defRPr sz="2025" b="1" i="0">
                <a:solidFill>
                  <a:srgbClr val="FFFFFF"/>
                </a:solidFill>
              </a:defRPr>
            </a:lvl1pPr>
            <a:lvl2pPr>
              <a:defRPr sz="2025" b="1" i="0">
                <a:solidFill>
                  <a:srgbClr val="FFFFFF"/>
                </a:solidFill>
              </a:defRPr>
            </a:lvl2pPr>
            <a:lvl3pPr>
              <a:defRPr sz="2025" b="1" i="0">
                <a:solidFill>
                  <a:srgbClr val="FFFFFF"/>
                </a:solidFill>
              </a:defRPr>
            </a:lvl3pPr>
            <a:lvl4pPr>
              <a:defRPr sz="2025" b="1" i="0">
                <a:solidFill>
                  <a:srgbClr val="FFFFFF"/>
                </a:solidFill>
              </a:defRPr>
            </a:lvl4pPr>
            <a:lvl5pPr>
              <a:defRPr sz="2025" b="1" i="0">
                <a:solidFill>
                  <a:srgbClr val="FFFFFF"/>
                </a:solidFill>
              </a:defRPr>
            </a:lvl5pPr>
            <a:lvl6pPr>
              <a:defRPr sz="2025" b="1" i="0">
                <a:solidFill>
                  <a:srgbClr val="FFFFFF"/>
                </a:solidFill>
              </a:defRPr>
            </a:lvl6pPr>
            <a:lvl7pPr>
              <a:defRPr sz="2025" b="1" i="0">
                <a:solidFill>
                  <a:srgbClr val="FFFFFF"/>
                </a:solidFill>
              </a:defRPr>
            </a:lvl7pPr>
            <a:lvl8pPr>
              <a:defRPr sz="2025" b="1" i="0">
                <a:solidFill>
                  <a:srgbClr val="FFFFFF"/>
                </a:solidFill>
              </a:defRPr>
            </a:lvl8pPr>
            <a:lvl9pPr>
              <a:defRPr sz="20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Серіктестермен байланыс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A51F2-FC88-4288-8180-838DEED6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4438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7F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9976F-6C10-47CC-B6E8-32477552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197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B27"/>
                </a:solidFill>
              </a:defRPr>
            </a:defPPr>
            <a:lvl1pPr>
              <a:defRPr sz="1500" b="1" i="0">
                <a:solidFill>
                  <a:srgbClr val="102B27"/>
                </a:solidFill>
              </a:defRPr>
            </a:lvl1pPr>
            <a:lvl2pPr>
              <a:defRPr sz="1500" b="1" i="0">
                <a:solidFill>
                  <a:srgbClr val="102B27"/>
                </a:solidFill>
              </a:defRPr>
            </a:lvl2pPr>
            <a:lvl3pPr>
              <a:defRPr sz="1500" b="1" i="0">
                <a:solidFill>
                  <a:srgbClr val="102B27"/>
                </a:solidFill>
              </a:defRPr>
            </a:lvl3pPr>
            <a:lvl4pPr>
              <a:defRPr sz="1500" b="1" i="0">
                <a:solidFill>
                  <a:srgbClr val="102B27"/>
                </a:solidFill>
              </a:defRPr>
            </a:lvl4pPr>
            <a:lvl5pPr>
              <a:defRPr sz="1500" b="1" i="0">
                <a:solidFill>
                  <a:srgbClr val="102B27"/>
                </a:solidFill>
              </a:defRPr>
            </a:lvl5pPr>
            <a:lvl6pPr>
              <a:defRPr sz="1500" b="1" i="0">
                <a:solidFill>
                  <a:srgbClr val="102B27"/>
                </a:solidFill>
              </a:defRPr>
            </a:lvl6pPr>
            <a:lvl7pPr>
              <a:defRPr sz="1500" b="1" i="0">
                <a:solidFill>
                  <a:srgbClr val="102B27"/>
                </a:solidFill>
              </a:defRPr>
            </a:lvl7pPr>
            <a:lvl8pPr>
              <a:defRPr sz="1500" b="1" i="0">
                <a:solidFill>
                  <a:srgbClr val="102B27"/>
                </a:solidFill>
              </a:defRPr>
            </a:lvl8pPr>
            <a:lvl9pPr>
              <a:defRPr sz="1500" b="1" i="0">
                <a:solidFill>
                  <a:srgbClr val="102B27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02B27"/>
                </a:solidFill>
              </a:defRPr>
            </a:pPr>
            <a:r>
              <a:rPr sz="1500" b="1" i="0">
                <a:solidFill>
                  <a:srgbClr val="102B27"/>
                </a:solidFill>
              </a:rPr>
              <a:t>sana-business-ai.vercel.app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4091D-512E-4CCD-8867-EC8D84BF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05525"/>
            <a:ext cx="443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BCD0C8"/>
                </a:solidFill>
              </a:defRPr>
            </a:defPPr>
            <a:lvl1pPr>
              <a:defRPr sz="975" b="1" i="0">
                <a:solidFill>
                  <a:srgbClr val="BCD0C8"/>
                </a:solidFill>
              </a:defRPr>
            </a:lvl1pPr>
            <a:lvl2pPr>
              <a:defRPr sz="975" b="1" i="0">
                <a:solidFill>
                  <a:srgbClr val="BCD0C8"/>
                </a:solidFill>
              </a:defRPr>
            </a:lvl2pPr>
            <a:lvl3pPr>
              <a:defRPr sz="975" b="1" i="0">
                <a:solidFill>
                  <a:srgbClr val="BCD0C8"/>
                </a:solidFill>
              </a:defRPr>
            </a:lvl3pPr>
            <a:lvl4pPr>
              <a:defRPr sz="975" b="1" i="0">
                <a:solidFill>
                  <a:srgbClr val="BCD0C8"/>
                </a:solidFill>
              </a:defRPr>
            </a:lvl4pPr>
            <a:lvl5pPr>
              <a:defRPr sz="975" b="1" i="0">
                <a:solidFill>
                  <a:srgbClr val="BCD0C8"/>
                </a:solidFill>
              </a:defRPr>
            </a:lvl5pPr>
            <a:lvl6pPr>
              <a:defRPr sz="975" b="1" i="0">
                <a:solidFill>
                  <a:srgbClr val="BCD0C8"/>
                </a:solidFill>
              </a:defRPr>
            </a:lvl6pPr>
            <a:lvl7pPr>
              <a:defRPr sz="975" b="1" i="0">
                <a:solidFill>
                  <a:srgbClr val="BCD0C8"/>
                </a:solidFill>
              </a:defRPr>
            </a:lvl7pPr>
            <a:lvl8pPr>
              <a:defRPr sz="975" b="1" i="0">
                <a:solidFill>
                  <a:srgbClr val="BCD0C8"/>
                </a:solidFill>
              </a:defRPr>
            </a:lvl8pPr>
            <a:lvl9pPr>
              <a:defRPr sz="975" b="1" i="0">
                <a:solidFill>
                  <a:srgbClr val="BCD0C8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BCD0C8"/>
                </a:solidFill>
              </a:defRPr>
            </a:pPr>
            <a:r>
              <a:rPr sz="975" b="1" i="0">
                <a:solidFill>
                  <a:srgbClr val="BCD0C8"/>
                </a:solidFill>
              </a:rPr>
              <a:t>GitHub · Vercel · Neon 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7D9F5-6F9C-4953-86D2-FDDD6550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AFC1BB"/>
                </a:solidFill>
              </a:defRPr>
            </a:defPPr>
            <a:lvl1pPr>
              <a:defRPr sz="900" b="1" i="0">
                <a:solidFill>
                  <a:srgbClr val="AFC1BB"/>
                </a:solidFill>
              </a:defRPr>
            </a:lvl1pPr>
            <a:lvl2pPr>
              <a:defRPr sz="900" b="1" i="0">
                <a:solidFill>
                  <a:srgbClr val="AFC1BB"/>
                </a:solidFill>
              </a:defRPr>
            </a:lvl2pPr>
            <a:lvl3pPr>
              <a:defRPr sz="900" b="1" i="0">
                <a:solidFill>
                  <a:srgbClr val="AFC1BB"/>
                </a:solidFill>
              </a:defRPr>
            </a:lvl3pPr>
            <a:lvl4pPr>
              <a:defRPr sz="900" b="1" i="0">
                <a:solidFill>
                  <a:srgbClr val="AFC1BB"/>
                </a:solidFill>
              </a:defRPr>
            </a:lvl4pPr>
            <a:lvl5pPr>
              <a:defRPr sz="900" b="1" i="0">
                <a:solidFill>
                  <a:srgbClr val="AFC1BB"/>
                </a:solidFill>
              </a:defRPr>
            </a:lvl5pPr>
            <a:lvl6pPr>
              <a:defRPr sz="900" b="1" i="0">
                <a:solidFill>
                  <a:srgbClr val="AFC1BB"/>
                </a:solidFill>
              </a:defRPr>
            </a:lvl6pPr>
            <a:lvl7pPr>
              <a:defRPr sz="900" b="1" i="0">
                <a:solidFill>
                  <a:srgbClr val="AFC1BB"/>
                </a:solidFill>
              </a:defRPr>
            </a:lvl7pPr>
            <a:lvl8pPr>
              <a:defRPr sz="900" b="1" i="0">
                <a:solidFill>
                  <a:srgbClr val="AFC1BB"/>
                </a:solidFill>
              </a:defRPr>
            </a:lvl8pPr>
            <a:lvl9pPr>
              <a:defRPr sz="900" b="1" i="0">
                <a:solidFill>
                  <a:srgbClr val="AFC1BB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AFC1BB"/>
                </a:solidFill>
              </a:defRPr>
            </a:pPr>
            <a:r>
              <a:rPr sz="900" b="1" i="0">
                <a:solidFill>
                  <a:srgbClr val="AFC1B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6717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2026-10-18T08:11:17.1330000Z</dcterms:created>
  <dcterms:modified xsi:type="dcterms:W3CDTF">2026-10-18T08:11:17.1330000Z</dcterms:modified>
</coreProperties>
</file>