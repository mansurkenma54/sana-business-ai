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d3ab3581b46ec" /><Relationship Type="http://schemas.openxmlformats.org/officeDocument/2006/relationships/extended-properties" Target="/docProps/app.xml" Id="R91f36eb737624fd9" /><Relationship Type="http://schemas.openxmlformats.org/officeDocument/2006/relationships/officeDocument" Target="/ppt/presentation.xml" Id="Rfd72be0164f2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e981e837d4069"/>
  </p:sldMasterIdLst>
  <p:notesMasterIdLst>
    <p:notesMasterId xmlns:r="http://schemas.openxmlformats.org/officeDocument/2006/relationships" r:id="R34d5e7ac2d1c42fb"/>
  </p:notesMasterIdLst>
  <p:sldIdLst>
    <p:sldId xmlns:r="http://schemas.openxmlformats.org/officeDocument/2006/relationships" id="256" r:id="R70a77670fbdc4caa"/>
    <p:sldId xmlns:r="http://schemas.openxmlformats.org/officeDocument/2006/relationships" id="257" r:id="R16af8c8c371f4b3b"/>
    <p:sldId xmlns:r="http://schemas.openxmlformats.org/officeDocument/2006/relationships" id="258" r:id="R3958b15338b0466f"/>
    <p:sldId xmlns:r="http://schemas.openxmlformats.org/officeDocument/2006/relationships" id="259" r:id="R76fdc8385ae249cf"/>
    <p:sldId xmlns:r="http://schemas.openxmlformats.org/officeDocument/2006/relationships" id="260" r:id="R8e610001276249f5"/>
    <p:sldId xmlns:r="http://schemas.openxmlformats.org/officeDocument/2006/relationships" id="261" r:id="Rf04cee3fd4f54c41"/>
    <p:sldId xmlns:r="http://schemas.openxmlformats.org/officeDocument/2006/relationships" id="262" r:id="R912d230dc19e404c"/>
    <p:sldId xmlns:r="http://schemas.openxmlformats.org/officeDocument/2006/relationships" id="263" r:id="R5f1287d478e6426d"/>
    <p:sldId xmlns:r="http://schemas.openxmlformats.org/officeDocument/2006/relationships" id="264" r:id="R667b0d295c244d7f"/>
    <p:sldId xmlns:r="http://schemas.openxmlformats.org/officeDocument/2006/relationships" id="265" r:id="Rf9802ddb48bf45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83c30aa264b88" /><Relationship Type="http://schemas.openxmlformats.org/officeDocument/2006/relationships/slideMaster" Target="/ppt/slideMasters/slideMaster1.xml" Id="R19ce981e837d4069" /><Relationship Type="http://schemas.openxmlformats.org/officeDocument/2006/relationships/notesMaster" Target="/ppt/notesMasters/notesMaster1.xml" Id="R34d5e7ac2d1c42fb" /><Relationship Type="http://schemas.openxmlformats.org/officeDocument/2006/relationships/presProps" Target="/ppt/presProps.xml" Id="R2b2b2b6e2da64598" /><Relationship Type="http://schemas.openxmlformats.org/officeDocument/2006/relationships/tableStyles" Target="/ppt/tableStyles.xml" Id="Rda16fb5126724c16" /><Relationship Type="http://schemas.openxmlformats.org/officeDocument/2006/relationships/slide" Target="/ppt/slides/slide1.xml" Id="R70a77670fbdc4caa" /><Relationship Type="http://schemas.openxmlformats.org/officeDocument/2006/relationships/slide" Target="/ppt/slides/slide2.xml" Id="R16af8c8c371f4b3b" /><Relationship Type="http://schemas.openxmlformats.org/officeDocument/2006/relationships/slide" Target="/ppt/slides/slide3.xml" Id="R3958b15338b0466f" /><Relationship Type="http://schemas.openxmlformats.org/officeDocument/2006/relationships/slide" Target="/ppt/slides/slide4.xml" Id="R76fdc8385ae249cf" /><Relationship Type="http://schemas.openxmlformats.org/officeDocument/2006/relationships/slide" Target="/ppt/slides/slide5.xml" Id="R8e610001276249f5" /><Relationship Type="http://schemas.openxmlformats.org/officeDocument/2006/relationships/slide" Target="/ppt/slides/slide6.xml" Id="Rf04cee3fd4f54c41" /><Relationship Type="http://schemas.openxmlformats.org/officeDocument/2006/relationships/slide" Target="/ppt/slides/slide7.xml" Id="R912d230dc19e404c" /><Relationship Type="http://schemas.openxmlformats.org/officeDocument/2006/relationships/slide" Target="/ppt/slides/slide8.xml" Id="R5f1287d478e6426d" /><Relationship Type="http://schemas.openxmlformats.org/officeDocument/2006/relationships/slide" Target="/ppt/slides/slide9.xml" Id="R667b0d295c244d7f" /><Relationship Type="http://schemas.openxmlformats.org/officeDocument/2006/relationships/slide" Target="/ppt/slides/slide10.xml" Id="Rf9802ddb48bf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3c8abe52ef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56dcf0c9748a6" /><Relationship Type="http://schemas.openxmlformats.org/officeDocument/2006/relationships/notesMaster" Target="/ppt/notesMasters/notesMaster1.xml" Id="Ra5782a385688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915e0179594a3d" /><Relationship Type="http://schemas.openxmlformats.org/officeDocument/2006/relationships/notesMaster" Target="/ppt/notesMasters/notesMaster1.xml" Id="Rf653a1d28e6740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8e57e2feb41d9" /><Relationship Type="http://schemas.openxmlformats.org/officeDocument/2006/relationships/notesMaster" Target="/ppt/notesMasters/notesMaster1.xml" Id="Rc65c78928da7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20a344c8b84a13" /><Relationship Type="http://schemas.openxmlformats.org/officeDocument/2006/relationships/notesMaster" Target="/ppt/notesMasters/notesMaster1.xml" Id="R61dfd98006da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3a094f00c412e" /><Relationship Type="http://schemas.openxmlformats.org/officeDocument/2006/relationships/notesMaster" Target="/ppt/notesMasters/notesMaster1.xml" Id="R7fe4bb2f5da145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01fca4cfc4331" /><Relationship Type="http://schemas.openxmlformats.org/officeDocument/2006/relationships/notesMaster" Target="/ppt/notesMasters/notesMaster1.xml" Id="R33bcf724348144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b3514aec0a436a" /><Relationship Type="http://schemas.openxmlformats.org/officeDocument/2006/relationships/notesMaster" Target="/ppt/notesMasters/notesMaster1.xml" Id="Rb24cf79151e1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ae35129b084a2b" /><Relationship Type="http://schemas.openxmlformats.org/officeDocument/2006/relationships/notesMaster" Target="/ppt/notesMasters/notesMaster1.xml" Id="Rc4783935310647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82fb8fe9764515" /><Relationship Type="http://schemas.openxmlformats.org/officeDocument/2006/relationships/notesMaster" Target="/ppt/notesMasters/notesMaster1.xml" Id="R8a2681c77b404b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1bb8fa2bdf4913" /><Relationship Type="http://schemas.openxmlformats.org/officeDocument/2006/relationships/notesMaster" Target="/ppt/notesMasters/notesMaster1.xml" Id="R51df57c9b2f9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702a4ec9142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be414d47240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65e671c745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b29c011e544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61bd0d77744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a0bcf6f5b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B720A8-392D-4296-8A68-3937A9B3D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067C9D-3DB6-46E4-B355-5C24CB330E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D51FBF-1841-4309-9ECE-CD6D54BB66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406010-0392-4FB6-A8A7-3D2DDD162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808807-9909-4EDB-B611-FD23F727F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FAB081-4C6A-4F9B-926A-A05C9604B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6305CC-4B1F-44ED-A3D2-D808F15E57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16987A-EF38-4EB8-8C06-C2EC22A7C7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E860B9-96A0-4176-A731-E9D207124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09D521-7573-4C16-9B7F-E8FF558031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0f74f1292a4ec9" /><Relationship Type="http://schemas.openxmlformats.org/officeDocument/2006/relationships/slideLayout" Target="/ppt/slideLayouts/slideLayout1.xml" Id="R0edf6e5d52e84234" /><Relationship Type="http://schemas.openxmlformats.org/officeDocument/2006/relationships/slideLayout" Target="/ppt/slideLayouts/slideLayout2.xml" Id="R63d113b2e26d45f9" /><Relationship Type="http://schemas.openxmlformats.org/officeDocument/2006/relationships/slideLayout" Target="/ppt/slideLayouts/slideLayout3.xml" Id="R8d394653868c4ad9" /><Relationship Type="http://schemas.openxmlformats.org/officeDocument/2006/relationships/slideLayout" Target="/ppt/slideLayouts/slideLayout4.xml" Id="R51d4125788704f8f" /><Relationship Type="http://schemas.openxmlformats.org/officeDocument/2006/relationships/slideLayout" Target="/ppt/slideLayouts/slideLayout5.xml" Id="R476df515eddf4787" /><Relationship Type="http://schemas.openxmlformats.org/officeDocument/2006/relationships/slideLayout" Target="/ppt/slideLayouts/slideLayout6.xml" Id="Rb872d131a574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f6e5d52e84234"/>
    <p:sldLayoutId xmlns:r="http://schemas.openxmlformats.org/officeDocument/2006/relationships" id="2147483650" r:id="R63d113b2e26d45f9"/>
    <p:sldLayoutId xmlns:r="http://schemas.openxmlformats.org/officeDocument/2006/relationships" id="2147483651" r:id="R8d394653868c4ad9"/>
    <p:sldLayoutId xmlns:r="http://schemas.openxmlformats.org/officeDocument/2006/relationships" id="2147483652" r:id="R51d4125788704f8f"/>
    <p:sldLayoutId xmlns:r="http://schemas.openxmlformats.org/officeDocument/2006/relationships" id="2147483653" r:id="R476df515eddf4787"/>
    <p:sldLayoutId xmlns:r="http://schemas.openxmlformats.org/officeDocument/2006/relationships" id="2147483654" r:id="Rb872d131a574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a7232a64b412e" /><Relationship Type="http://schemas.openxmlformats.org/officeDocument/2006/relationships/image" Target="/ppt/media/image.png" Id="R687afa68bd05443f" /><Relationship Type="http://schemas.openxmlformats.org/officeDocument/2006/relationships/notesSlide" Target="/ppt/notesSlides/notesSlide1.xml" Id="R7ff28c1c0feb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0b0c8383247b2" /><Relationship Type="http://schemas.openxmlformats.org/officeDocument/2006/relationships/image" Target="/ppt/media/image2.png" Id="R908fb75c3ca54efd" /><Relationship Type="http://schemas.openxmlformats.org/officeDocument/2006/relationships/notesSlide" Target="/ppt/notesSlides/notesSlide2.xml" Id="R78bcfe83f526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9867543dd4ea3" /><Relationship Type="http://schemas.openxmlformats.org/officeDocument/2006/relationships/notesSlide" Target="/ppt/notesSlides/notesSlide3.xml" Id="R8b86956edb1e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ecbdd6e834ad8" /><Relationship Type="http://schemas.openxmlformats.org/officeDocument/2006/relationships/image" Target="/ppt/media/image3.png" Id="Reebcda4d41ee44cc" /><Relationship Type="http://schemas.openxmlformats.org/officeDocument/2006/relationships/image" Target="/ppt/media/image4.png" Id="R57f1ef78ea2a4feb" /><Relationship Type="http://schemas.openxmlformats.org/officeDocument/2006/relationships/image" Target="/ppt/media/image5.png" Id="Re609357371cc4748" /><Relationship Type="http://schemas.openxmlformats.org/officeDocument/2006/relationships/notesSlide" Target="/ppt/notesSlides/notesSlide4.xml" Id="R80633ad7a4c9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d72e787ea48a1" /><Relationship Type="http://schemas.openxmlformats.org/officeDocument/2006/relationships/image" Target="/ppt/media/image6.png" Id="R7e52a2b1c6f64955" /><Relationship Type="http://schemas.openxmlformats.org/officeDocument/2006/relationships/notesSlide" Target="/ppt/notesSlides/notesSlide5.xml" Id="R6fdf8a9f6c9145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6080866454152" /><Relationship Type="http://schemas.openxmlformats.org/officeDocument/2006/relationships/chart" Target="/ppt/slides/charts/chart1.xml" Id="R38c48a96c6db4719" /><Relationship Type="http://schemas.openxmlformats.org/officeDocument/2006/relationships/notesSlide" Target="/ppt/notesSlides/notesSlide6.xml" Id="Rbc81834a24e648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5cdaeb1ae4f95" /><Relationship Type="http://schemas.openxmlformats.org/officeDocument/2006/relationships/notesSlide" Target="/ppt/notesSlides/notesSlide7.xml" Id="Rdd15fc94911d43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2193d4abe4377" /><Relationship Type="http://schemas.openxmlformats.org/officeDocument/2006/relationships/notesSlide" Target="/ppt/notesSlides/notesSlide8.xml" Id="R8ac8eb139575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dc9d8e7024885" /><Relationship Type="http://schemas.openxmlformats.org/officeDocument/2006/relationships/notesSlide" Target="/ppt/notesSlides/notesSlide9.xml" Id="R68cc24f9e7ad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0f1284f514cb6" /><Relationship Type="http://schemas.openxmlformats.org/officeDocument/2006/relationships/image" Target="/ppt/media/image7.png" Id="Ra53b15079deb4d53" /><Relationship Type="http://schemas.openxmlformats.org/officeDocument/2006/relationships/notesSlide" Target="/ppt/notesSlides/notesSlide10.xml" Id="Rd0632119e98a4d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₸ / ай</c:v>
          </c:tx>
          <c:spPr>
            <a:solidFill xmlns:a="http://schemas.openxmlformats.org/drawingml/2006/main">
              <a:srgbClr val="43D7D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Сату өсімі</c:v>
                </c:pt>
                <c:pt idx="1">
                  <c:v>Шығын үнемі</c:v>
                </c:pt>
                <c:pt idx="2">
                  <c:v>Құрал құны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52500</c:v>
                </c:pt>
                <c:pt idx="1">
                  <c:v>48000</c:v>
                </c:pt>
                <c:pt idx="2">
                  <c:v>-15000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9443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43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0DCBE-8179-431B-AAD0-211FC2998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afa68bd0544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51899-F724-4256-8619-B47F531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48099-3431-4AD6-85B2-B543198B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0FD37-6967-4E3B-B43E-9C35493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903E0-8638-47A9-9478-8D409E8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6027-ABB3-4018-9FDE-5F865407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2819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43D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0DC37-005D-4474-99C7-A0A7CF9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 i="0">
                <a:solidFill>
                  <a:srgbClr val="43D7DF"/>
                </a:solidFill>
              </a:defRPr>
            </a:defPPr>
            <a:lvl1pPr>
              <a:defRPr sz="825" b="1" i="0">
                <a:solidFill>
                  <a:srgbClr val="43D7DF"/>
                </a:solidFill>
              </a:defRPr>
            </a:lvl1pPr>
            <a:lvl2pPr>
              <a:defRPr sz="825" b="1" i="0">
                <a:solidFill>
                  <a:srgbClr val="43D7DF"/>
                </a:solidFill>
              </a:defRPr>
            </a:lvl2pPr>
            <a:lvl3pPr>
              <a:defRPr sz="825" b="1" i="0">
                <a:solidFill>
                  <a:srgbClr val="43D7DF"/>
                </a:solidFill>
              </a:defRPr>
            </a:lvl3pPr>
            <a:lvl4pPr>
              <a:defRPr sz="825" b="1" i="0">
                <a:solidFill>
                  <a:srgbClr val="43D7DF"/>
                </a:solidFill>
              </a:defRPr>
            </a:lvl4pPr>
            <a:lvl5pPr>
              <a:defRPr sz="825" b="1" i="0">
                <a:solidFill>
                  <a:srgbClr val="43D7DF"/>
                </a:solidFill>
              </a:defRPr>
            </a:lvl5pPr>
            <a:lvl6pPr>
              <a:defRPr sz="825" b="1" i="0">
                <a:solidFill>
                  <a:srgbClr val="43D7DF"/>
                </a:solidFill>
              </a:defRPr>
            </a:lvl6pPr>
            <a:lvl7pPr>
              <a:defRPr sz="825" b="1" i="0">
                <a:solidFill>
                  <a:srgbClr val="43D7DF"/>
                </a:solidFill>
              </a:defRPr>
            </a:lvl7pPr>
            <a:lvl8pPr>
              <a:defRPr sz="825" b="1" i="0">
                <a:solidFill>
                  <a:srgbClr val="43D7DF"/>
                </a:solidFill>
              </a:defRPr>
            </a:lvl8pPr>
            <a:lvl9pPr>
              <a:defRPr sz="82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43D7DF"/>
                </a:solidFill>
              </a:defRPr>
            </a:pPr>
            <a:r>
              <a:rPr sz="825" b="1" i="0">
                <a:solidFill>
                  <a:srgbClr val="43D7DF"/>
                </a:solidFill>
              </a:rPr>
              <a:t>AI FOR SME &amp; LOCAL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37D13-FDA2-45AB-95FF-9B3DF13A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SaNa Business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5E800-8100-4021-9B69-A342A9C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Жергілікті бизнестің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өлшенетін AI-пилоты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9E4F6-F991-46B8-A2E4-A5EECF7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AD4B5-0846-4BE4-95A7-C7554C4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 i="0">
                <a:solidFill>
                  <a:srgbClr val="D3DEDA"/>
                </a:solidFill>
              </a:defRPr>
            </a:defPPr>
            <a:lvl1pPr>
              <a:defRPr sz="1650" b="0" i="0">
                <a:solidFill>
                  <a:srgbClr val="D3DEDA"/>
                </a:solidFill>
              </a:defRPr>
            </a:lvl1pPr>
            <a:lvl2pPr>
              <a:defRPr sz="1650" b="0" i="0">
                <a:solidFill>
                  <a:srgbClr val="D3DEDA"/>
                </a:solidFill>
              </a:defRPr>
            </a:lvl2pPr>
            <a:lvl3pPr>
              <a:defRPr sz="1650" b="0" i="0">
                <a:solidFill>
                  <a:srgbClr val="D3DEDA"/>
                </a:solidFill>
              </a:defRPr>
            </a:lvl3pPr>
            <a:lvl4pPr>
              <a:defRPr sz="1650" b="0" i="0">
                <a:solidFill>
                  <a:srgbClr val="D3DEDA"/>
                </a:solidFill>
              </a:defRPr>
            </a:lvl4pPr>
            <a:lvl5pPr>
              <a:defRPr sz="1650" b="0" i="0">
                <a:solidFill>
                  <a:srgbClr val="D3DEDA"/>
                </a:solidFill>
              </a:defRPr>
            </a:lvl5pPr>
            <a:lvl6pPr>
              <a:defRPr sz="1650" b="0" i="0">
                <a:solidFill>
                  <a:srgbClr val="D3DEDA"/>
                </a:solidFill>
              </a:defRPr>
            </a:lvl6pPr>
            <a:lvl7pPr>
              <a:defRPr sz="1650" b="0" i="0">
                <a:solidFill>
                  <a:srgbClr val="D3DEDA"/>
                </a:solidFill>
              </a:defRPr>
            </a:lvl7pPr>
            <a:lvl8pPr>
              <a:defRPr sz="1650" b="0" i="0">
                <a:solidFill>
                  <a:srgbClr val="D3DEDA"/>
                </a:solidFill>
              </a:defRPr>
            </a:lvl8pPr>
            <a:lvl9pPr>
              <a:defRPr sz="1650" b="0" i="0">
                <a:solidFill>
                  <a:srgbClr val="D3DEDA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D3DEDA"/>
                </a:solidFill>
              </a:defRPr>
            </a:pPr>
            <a:r>
              <a:rPr sz="1650" b="0" i="0">
                <a:solidFill>
                  <a:srgbClr val="D3DEDA"/>
                </a:solidFill>
              </a:rPr>
              <a:t>Тараз және Жамбыл облысындағы кәсіпкерге түсінікті диагностика, есеп және төрт апталық тексеру жоспары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D25C-4DA6-4FE2-AEAB-DC126581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96AAA3"/>
                </a:solidFill>
              </a:defRPr>
            </a:defPPr>
            <a:lvl1pPr>
              <a:defRPr sz="975" b="1" i="0">
                <a:solidFill>
                  <a:srgbClr val="96AAA3"/>
                </a:solidFill>
              </a:defRPr>
            </a:lvl1pPr>
            <a:lvl2pPr>
              <a:defRPr sz="975" b="1" i="0">
                <a:solidFill>
                  <a:srgbClr val="96AAA3"/>
                </a:solidFill>
              </a:defRPr>
            </a:lvl2pPr>
            <a:lvl3pPr>
              <a:defRPr sz="975" b="1" i="0">
                <a:solidFill>
                  <a:srgbClr val="96AAA3"/>
                </a:solidFill>
              </a:defRPr>
            </a:lvl3pPr>
            <a:lvl4pPr>
              <a:defRPr sz="975" b="1" i="0">
                <a:solidFill>
                  <a:srgbClr val="96AAA3"/>
                </a:solidFill>
              </a:defRPr>
            </a:lvl4pPr>
            <a:lvl5pPr>
              <a:defRPr sz="975" b="1" i="0">
                <a:solidFill>
                  <a:srgbClr val="96AAA3"/>
                </a:solidFill>
              </a:defRPr>
            </a:lvl5pPr>
            <a:lvl6pPr>
              <a:defRPr sz="975" b="1" i="0">
                <a:solidFill>
                  <a:srgbClr val="96AAA3"/>
                </a:solidFill>
              </a:defRPr>
            </a:lvl6pPr>
            <a:lvl7pPr>
              <a:defRPr sz="975" b="1" i="0">
                <a:solidFill>
                  <a:srgbClr val="96AAA3"/>
                </a:solidFill>
              </a:defRPr>
            </a:lvl7pPr>
            <a:lvl8pPr>
              <a:defRPr sz="975" b="1" i="0">
                <a:solidFill>
                  <a:srgbClr val="96AAA3"/>
                </a:solidFill>
              </a:defRPr>
            </a:lvl8pPr>
            <a:lvl9pPr>
              <a:defRPr sz="975" b="1" i="0">
                <a:solidFill>
                  <a:srgbClr val="96AAA3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96AAA3"/>
                </a:solidFill>
              </a:defRPr>
            </a:pPr>
            <a:r>
              <a:rPr sz="975" b="1" i="0">
                <a:solidFill>
                  <a:srgbClr val="96AAA3"/>
                </a:solidFill>
              </a:rPr>
              <a:t>Pitch deck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92654-B209-464D-9369-BC1556CE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5341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 i="0">
                <a:solidFill>
                  <a:srgbClr val="D9DED8"/>
                </a:solidFill>
              </a:defRPr>
            </a:defPPr>
            <a:lvl1pPr>
              <a:defRPr sz="675" b="0" i="0">
                <a:solidFill>
                  <a:srgbClr val="D9DED8"/>
                </a:solidFill>
              </a:defRPr>
            </a:lvl1pPr>
            <a:lvl2pPr>
              <a:defRPr sz="675" b="0" i="0">
                <a:solidFill>
                  <a:srgbClr val="D9DED8"/>
                </a:solidFill>
              </a:defRPr>
            </a:lvl2pPr>
            <a:lvl3pPr>
              <a:defRPr sz="675" b="0" i="0">
                <a:solidFill>
                  <a:srgbClr val="D9DED8"/>
                </a:solidFill>
              </a:defRPr>
            </a:lvl3pPr>
            <a:lvl4pPr>
              <a:defRPr sz="675" b="0" i="0">
                <a:solidFill>
                  <a:srgbClr val="D9DED8"/>
                </a:solidFill>
              </a:defRPr>
            </a:lvl4pPr>
            <a:lvl5pPr>
              <a:defRPr sz="675" b="0" i="0">
                <a:solidFill>
                  <a:srgbClr val="D9DED8"/>
                </a:solidFill>
              </a:defRPr>
            </a:lvl5pPr>
            <a:lvl6pPr>
              <a:defRPr sz="675" b="0" i="0">
                <a:solidFill>
                  <a:srgbClr val="D9DED8"/>
                </a:solidFill>
              </a:defRPr>
            </a:lvl6pPr>
            <a:lvl7pPr>
              <a:defRPr sz="675" b="0" i="0">
                <a:solidFill>
                  <a:srgbClr val="D9DED8"/>
                </a:solidFill>
              </a:defRPr>
            </a:lvl7pPr>
            <a:lvl8pPr>
              <a:defRPr sz="675" b="0" i="0">
                <a:solidFill>
                  <a:srgbClr val="D9DED8"/>
                </a:solidFill>
              </a:defRPr>
            </a:lvl8pPr>
            <a:lvl9pPr>
              <a:defRPr sz="675" b="0" i="0">
                <a:solidFill>
                  <a:srgbClr val="D9DED8"/>
                </a:solidFill>
              </a:defRPr>
            </a:lvl9pPr>
          </a:lstStyle>
          <a:p xmlns:a="http://schemas.openxmlformats.org/drawingml/2006/main">
            <a:pPr>
              <a:defRPr sz="675" b="0" i="0">
                <a:solidFill>
                  <a:srgbClr val="D9DED8"/>
                </a:solidFill>
              </a:defRPr>
            </a:pPr>
            <a:r>
              <a:rPr sz="675" b="0" i="0">
                <a:solidFill>
                  <a:srgbClr val="D9DED8"/>
                </a:solidFill>
              </a:rPr>
              <a:t>Иллюстрациялық фото</a:t>
            </a:r>
          </a:p>
        </p:txBody>
      </p:sp>
    </p:spTree>
    <p:extLst>
      <p:ext uri="{BB962C8B-B14F-4D97-AF65-F5344CB8AC3E}">
        <p14:creationId xmlns:p14="http://schemas.microsoft.com/office/powerpoint/2010/main" val="2053627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F34BF-8734-440C-A7F7-E6A5E4B6E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fb75c3ca54efd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369C-E059-4DCB-B482-12EE16A4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16E50-3507-4201-A8A8-A6B03C8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102B27"/>
                </a:solidFill>
              </a:defRPr>
            </a:defPPr>
            <a:lvl1pPr>
              <a:defRPr sz="2100" b="1" i="0">
                <a:solidFill>
                  <a:srgbClr val="102B27"/>
                </a:solidFill>
              </a:defRPr>
            </a:lvl1pPr>
            <a:lvl2pPr>
              <a:defRPr sz="2100" b="1" i="0">
                <a:solidFill>
                  <a:srgbClr val="102B27"/>
                </a:solidFill>
              </a:defRPr>
            </a:lvl2pPr>
            <a:lvl3pPr>
              <a:defRPr sz="2100" b="1" i="0">
                <a:solidFill>
                  <a:srgbClr val="102B27"/>
                </a:solidFill>
              </a:defRPr>
            </a:lvl3pPr>
            <a:lvl4pPr>
              <a:defRPr sz="2100" b="1" i="0">
                <a:solidFill>
                  <a:srgbClr val="102B27"/>
                </a:solidFill>
              </a:defRPr>
            </a:lvl4pPr>
            <a:lvl5pPr>
              <a:defRPr sz="2100" b="1" i="0">
                <a:solidFill>
                  <a:srgbClr val="102B27"/>
                </a:solidFill>
              </a:defRPr>
            </a:lvl5pPr>
            <a:lvl6pPr>
              <a:defRPr sz="2100" b="1" i="0">
                <a:solidFill>
                  <a:srgbClr val="102B27"/>
                </a:solidFill>
              </a:defRPr>
            </a:lvl6pPr>
            <a:lvl7pPr>
              <a:defRPr sz="2100" b="1" i="0">
                <a:solidFill>
                  <a:srgbClr val="102B27"/>
                </a:solidFill>
              </a:defRPr>
            </a:lvl7pPr>
            <a:lvl8pPr>
              <a:defRPr sz="2100" b="1" i="0">
                <a:solidFill>
                  <a:srgbClr val="102B27"/>
                </a:solidFill>
              </a:defRPr>
            </a:lvl8pPr>
            <a:lvl9pPr>
              <a:defRPr sz="21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02B27"/>
                </a:solidFill>
              </a:defRPr>
            </a:pPr>
            <a:r>
              <a:rPr sz="2100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B98CD-F5FC-4625-931B-A6AF5D38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9E162-41CE-4209-9894-23CA492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D16FA-2EF9-46D9-A5E5-78B272A6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04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EC4E9A"/>
                </a:solidFill>
              </a:defRPr>
            </a:defPPr>
            <a:lvl1pPr>
              <a:defRPr sz="1125" b="1" i="0">
                <a:solidFill>
                  <a:srgbClr val="EC4E9A"/>
                </a:solidFill>
              </a:defRPr>
            </a:lvl1pPr>
            <a:lvl2pPr>
              <a:defRPr sz="1125" b="1" i="0">
                <a:solidFill>
                  <a:srgbClr val="EC4E9A"/>
                </a:solidFill>
              </a:defRPr>
            </a:lvl2pPr>
            <a:lvl3pPr>
              <a:defRPr sz="1125" b="1" i="0">
                <a:solidFill>
                  <a:srgbClr val="EC4E9A"/>
                </a:solidFill>
              </a:defRPr>
            </a:lvl3pPr>
            <a:lvl4pPr>
              <a:defRPr sz="1125" b="1" i="0">
                <a:solidFill>
                  <a:srgbClr val="EC4E9A"/>
                </a:solidFill>
              </a:defRPr>
            </a:lvl4pPr>
            <a:lvl5pPr>
              <a:defRPr sz="1125" b="1" i="0">
                <a:solidFill>
                  <a:srgbClr val="EC4E9A"/>
                </a:solidFill>
              </a:defRPr>
            </a:lvl5pPr>
            <a:lvl6pPr>
              <a:defRPr sz="1125" b="1" i="0">
                <a:solidFill>
                  <a:srgbClr val="EC4E9A"/>
                </a:solidFill>
              </a:defRPr>
            </a:lvl6pPr>
            <a:lvl7pPr>
              <a:defRPr sz="1125" b="1" i="0">
                <a:solidFill>
                  <a:srgbClr val="EC4E9A"/>
                </a:solidFill>
              </a:defRPr>
            </a:lvl7pPr>
            <a:lvl8pPr>
              <a:defRPr sz="1125" b="1" i="0">
                <a:solidFill>
                  <a:srgbClr val="EC4E9A"/>
                </a:solidFill>
              </a:defRPr>
            </a:lvl8pPr>
            <a:lvl9pPr>
              <a:defRPr sz="112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C4E9A"/>
                </a:solidFill>
              </a:defRPr>
            </a:pPr>
            <a:r>
              <a:rPr sz="1125" b="1" i="0">
                <a:solidFill>
                  <a:srgbClr val="EC4E9A"/>
                </a:solidFill>
              </a:rPr>
              <a:t>Біз шешетін жағдай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27613-E70C-4A18-A6C2-7C8F5E9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81100"/>
            <a:ext cx="533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 i="0">
                <a:solidFill>
                  <a:srgbClr val="102B27"/>
                </a:solidFill>
              </a:defRPr>
            </a:defPPr>
            <a:lvl1pPr>
              <a:defRPr sz="2925" b="1" i="0">
                <a:solidFill>
                  <a:srgbClr val="102B27"/>
                </a:solidFill>
              </a:defRPr>
            </a:lvl1pPr>
            <a:lvl2pPr>
              <a:defRPr sz="2925" b="1" i="0">
                <a:solidFill>
                  <a:srgbClr val="102B27"/>
                </a:solidFill>
              </a:defRPr>
            </a:lvl2pPr>
            <a:lvl3pPr>
              <a:defRPr sz="2925" b="1" i="0">
                <a:solidFill>
                  <a:srgbClr val="102B27"/>
                </a:solidFill>
              </a:defRPr>
            </a:lvl3pPr>
            <a:lvl4pPr>
              <a:defRPr sz="2925" b="1" i="0">
                <a:solidFill>
                  <a:srgbClr val="102B27"/>
                </a:solidFill>
              </a:defRPr>
            </a:lvl4pPr>
            <a:lvl5pPr>
              <a:defRPr sz="2925" b="1" i="0">
                <a:solidFill>
                  <a:srgbClr val="102B27"/>
                </a:solidFill>
              </a:defRPr>
            </a:lvl5pPr>
            <a:lvl6pPr>
              <a:defRPr sz="2925" b="1" i="0">
                <a:solidFill>
                  <a:srgbClr val="102B27"/>
                </a:solidFill>
              </a:defRPr>
            </a:lvl6pPr>
            <a:lvl7pPr>
              <a:defRPr sz="2925" b="1" i="0">
                <a:solidFill>
                  <a:srgbClr val="102B27"/>
                </a:solidFill>
              </a:defRPr>
            </a:lvl7pPr>
            <a:lvl8pPr>
              <a:defRPr sz="2925" b="1" i="0">
                <a:solidFill>
                  <a:srgbClr val="102B27"/>
                </a:solidFill>
              </a:defRPr>
            </a:lvl8pPr>
            <a:lvl9pPr>
              <a:defRPr sz="29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925" b="1" i="0">
                <a:solidFill>
                  <a:srgbClr val="102B27"/>
                </a:solidFill>
              </a:defRPr>
            </a:pPr>
            <a:r>
              <a:rPr sz="2925" b="1" i="0">
                <a:solidFill>
                  <a:srgbClr val="102B27"/>
                </a:solidFill>
              </a:rPr>
              <a:t>Кәсіпкер күнде жұмыс істейді, бірақ шешімге керек сан кеш шығады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2B917-1331-4BA8-900A-F8592A5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EC4E9A"/>
                </a:solidFill>
              </a:defRPr>
            </a:defPPr>
            <a:lvl1pPr>
              <a:defRPr sz="1125" b="1" i="0">
                <a:solidFill>
                  <a:srgbClr val="EC4E9A"/>
                </a:solidFill>
              </a:defRPr>
            </a:lvl1pPr>
            <a:lvl2pPr>
              <a:defRPr sz="1125" b="1" i="0">
                <a:solidFill>
                  <a:srgbClr val="EC4E9A"/>
                </a:solidFill>
              </a:defRPr>
            </a:lvl2pPr>
            <a:lvl3pPr>
              <a:defRPr sz="1125" b="1" i="0">
                <a:solidFill>
                  <a:srgbClr val="EC4E9A"/>
                </a:solidFill>
              </a:defRPr>
            </a:lvl3pPr>
            <a:lvl4pPr>
              <a:defRPr sz="1125" b="1" i="0">
                <a:solidFill>
                  <a:srgbClr val="EC4E9A"/>
                </a:solidFill>
              </a:defRPr>
            </a:lvl4pPr>
            <a:lvl5pPr>
              <a:defRPr sz="1125" b="1" i="0">
                <a:solidFill>
                  <a:srgbClr val="EC4E9A"/>
                </a:solidFill>
              </a:defRPr>
            </a:lvl5pPr>
            <a:lvl6pPr>
              <a:defRPr sz="1125" b="1" i="0">
                <a:solidFill>
                  <a:srgbClr val="EC4E9A"/>
                </a:solidFill>
              </a:defRPr>
            </a:lvl6pPr>
            <a:lvl7pPr>
              <a:defRPr sz="1125" b="1" i="0">
                <a:solidFill>
                  <a:srgbClr val="EC4E9A"/>
                </a:solidFill>
              </a:defRPr>
            </a:lvl7pPr>
            <a:lvl8pPr>
              <a:defRPr sz="1125" b="1" i="0">
                <a:solidFill>
                  <a:srgbClr val="EC4E9A"/>
                </a:solidFill>
              </a:defRPr>
            </a:lvl8pPr>
            <a:lvl9pPr>
              <a:defRPr sz="112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C4E9A"/>
                </a:solidFill>
              </a:defRPr>
            </a:pPr>
            <a:r>
              <a:rPr sz="1125" b="1" i="0">
                <a:solidFill>
                  <a:srgbClr val="EC4E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1CC9F-59FB-4CB9-98D6-EBC3978A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02B27"/>
                </a:solidFill>
              </a:defRPr>
            </a:defPPr>
            <a:lvl1pPr>
              <a:defRPr sz="1650" b="1" i="0">
                <a:solidFill>
                  <a:srgbClr val="102B27"/>
                </a:solidFill>
              </a:defRPr>
            </a:lvl1pPr>
            <a:lvl2pPr>
              <a:defRPr sz="1650" b="1" i="0">
                <a:solidFill>
                  <a:srgbClr val="102B27"/>
                </a:solidFill>
              </a:defRPr>
            </a:lvl2pPr>
            <a:lvl3pPr>
              <a:defRPr sz="1650" b="1" i="0">
                <a:solidFill>
                  <a:srgbClr val="102B27"/>
                </a:solidFill>
              </a:defRPr>
            </a:lvl3pPr>
            <a:lvl4pPr>
              <a:defRPr sz="1650" b="1" i="0">
                <a:solidFill>
                  <a:srgbClr val="102B27"/>
                </a:solidFill>
              </a:defRPr>
            </a:lvl4pPr>
            <a:lvl5pPr>
              <a:defRPr sz="1650" b="1" i="0">
                <a:solidFill>
                  <a:srgbClr val="102B27"/>
                </a:solidFill>
              </a:defRPr>
            </a:lvl5pPr>
            <a:lvl6pPr>
              <a:defRPr sz="1650" b="1" i="0">
                <a:solidFill>
                  <a:srgbClr val="102B27"/>
                </a:solidFill>
              </a:defRPr>
            </a:lvl6pPr>
            <a:lvl7pPr>
              <a:defRPr sz="1650" b="1" i="0">
                <a:solidFill>
                  <a:srgbClr val="102B27"/>
                </a:solidFill>
              </a:defRPr>
            </a:lvl7pPr>
            <a:lvl8pPr>
              <a:defRPr sz="1650" b="1" i="0">
                <a:solidFill>
                  <a:srgbClr val="102B27"/>
                </a:solidFill>
              </a:defRPr>
            </a:lvl8pPr>
            <a:lvl9pPr>
              <a:defRPr sz="16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02B27"/>
                </a:solidFill>
              </a:defRPr>
            </a:pPr>
            <a:r>
              <a:rPr sz="1650" b="1" i="0">
                <a:solidFill>
                  <a:srgbClr val="102B27"/>
                </a:solidFill>
              </a:rPr>
              <a:t>Тапсырыс пен клиент тарихы дәптерде қалады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DB28E-4927-4D2D-B7BA-A4E47005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698A0-E40F-4A65-9075-83E8433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EC4E9A"/>
                </a:solidFill>
              </a:defRPr>
            </a:defPPr>
            <a:lvl1pPr>
              <a:defRPr sz="1125" b="1" i="0">
                <a:solidFill>
                  <a:srgbClr val="EC4E9A"/>
                </a:solidFill>
              </a:defRPr>
            </a:lvl1pPr>
            <a:lvl2pPr>
              <a:defRPr sz="1125" b="1" i="0">
                <a:solidFill>
                  <a:srgbClr val="EC4E9A"/>
                </a:solidFill>
              </a:defRPr>
            </a:lvl2pPr>
            <a:lvl3pPr>
              <a:defRPr sz="1125" b="1" i="0">
                <a:solidFill>
                  <a:srgbClr val="EC4E9A"/>
                </a:solidFill>
              </a:defRPr>
            </a:lvl3pPr>
            <a:lvl4pPr>
              <a:defRPr sz="1125" b="1" i="0">
                <a:solidFill>
                  <a:srgbClr val="EC4E9A"/>
                </a:solidFill>
              </a:defRPr>
            </a:lvl4pPr>
            <a:lvl5pPr>
              <a:defRPr sz="1125" b="1" i="0">
                <a:solidFill>
                  <a:srgbClr val="EC4E9A"/>
                </a:solidFill>
              </a:defRPr>
            </a:lvl5pPr>
            <a:lvl6pPr>
              <a:defRPr sz="1125" b="1" i="0">
                <a:solidFill>
                  <a:srgbClr val="EC4E9A"/>
                </a:solidFill>
              </a:defRPr>
            </a:lvl6pPr>
            <a:lvl7pPr>
              <a:defRPr sz="1125" b="1" i="0">
                <a:solidFill>
                  <a:srgbClr val="EC4E9A"/>
                </a:solidFill>
              </a:defRPr>
            </a:lvl7pPr>
            <a:lvl8pPr>
              <a:defRPr sz="1125" b="1" i="0">
                <a:solidFill>
                  <a:srgbClr val="EC4E9A"/>
                </a:solidFill>
              </a:defRPr>
            </a:lvl8pPr>
            <a:lvl9pPr>
              <a:defRPr sz="112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C4E9A"/>
                </a:solidFill>
              </a:defRPr>
            </a:pPr>
            <a:r>
              <a:rPr sz="1125" b="1" i="0">
                <a:solidFill>
                  <a:srgbClr val="EC4E9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A6B8A-E4E5-41AE-A7E1-D375BD2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02B27"/>
                </a:solidFill>
              </a:defRPr>
            </a:defPPr>
            <a:lvl1pPr>
              <a:defRPr sz="1650" b="1" i="0">
                <a:solidFill>
                  <a:srgbClr val="102B27"/>
                </a:solidFill>
              </a:defRPr>
            </a:lvl1pPr>
            <a:lvl2pPr>
              <a:defRPr sz="1650" b="1" i="0">
                <a:solidFill>
                  <a:srgbClr val="102B27"/>
                </a:solidFill>
              </a:defRPr>
            </a:lvl2pPr>
            <a:lvl3pPr>
              <a:defRPr sz="1650" b="1" i="0">
                <a:solidFill>
                  <a:srgbClr val="102B27"/>
                </a:solidFill>
              </a:defRPr>
            </a:lvl3pPr>
            <a:lvl4pPr>
              <a:defRPr sz="1650" b="1" i="0">
                <a:solidFill>
                  <a:srgbClr val="102B27"/>
                </a:solidFill>
              </a:defRPr>
            </a:lvl4pPr>
            <a:lvl5pPr>
              <a:defRPr sz="1650" b="1" i="0">
                <a:solidFill>
                  <a:srgbClr val="102B27"/>
                </a:solidFill>
              </a:defRPr>
            </a:lvl5pPr>
            <a:lvl6pPr>
              <a:defRPr sz="1650" b="1" i="0">
                <a:solidFill>
                  <a:srgbClr val="102B27"/>
                </a:solidFill>
              </a:defRPr>
            </a:lvl6pPr>
            <a:lvl7pPr>
              <a:defRPr sz="1650" b="1" i="0">
                <a:solidFill>
                  <a:srgbClr val="102B27"/>
                </a:solidFill>
              </a:defRPr>
            </a:lvl7pPr>
            <a:lvl8pPr>
              <a:defRPr sz="1650" b="1" i="0">
                <a:solidFill>
                  <a:srgbClr val="102B27"/>
                </a:solidFill>
              </a:defRPr>
            </a:lvl8pPr>
            <a:lvl9pPr>
              <a:defRPr sz="16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02B27"/>
                </a:solidFill>
              </a:defRPr>
            </a:pPr>
            <a:r>
              <a:rPr sz="1650" b="1" i="0">
                <a:solidFill>
                  <a:srgbClr val="102B27"/>
                </a:solidFill>
              </a:rPr>
              <a:t>Қай өнім пайда әкелетінін қолмен есептейді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48443-3408-49D2-97E6-030BF241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1624-BDBD-4A6D-87BB-0586A301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EC4E9A"/>
                </a:solidFill>
              </a:defRPr>
            </a:defPPr>
            <a:lvl1pPr>
              <a:defRPr sz="1125" b="1" i="0">
                <a:solidFill>
                  <a:srgbClr val="EC4E9A"/>
                </a:solidFill>
              </a:defRPr>
            </a:lvl1pPr>
            <a:lvl2pPr>
              <a:defRPr sz="1125" b="1" i="0">
                <a:solidFill>
                  <a:srgbClr val="EC4E9A"/>
                </a:solidFill>
              </a:defRPr>
            </a:lvl2pPr>
            <a:lvl3pPr>
              <a:defRPr sz="1125" b="1" i="0">
                <a:solidFill>
                  <a:srgbClr val="EC4E9A"/>
                </a:solidFill>
              </a:defRPr>
            </a:lvl3pPr>
            <a:lvl4pPr>
              <a:defRPr sz="1125" b="1" i="0">
                <a:solidFill>
                  <a:srgbClr val="EC4E9A"/>
                </a:solidFill>
              </a:defRPr>
            </a:lvl4pPr>
            <a:lvl5pPr>
              <a:defRPr sz="1125" b="1" i="0">
                <a:solidFill>
                  <a:srgbClr val="EC4E9A"/>
                </a:solidFill>
              </a:defRPr>
            </a:lvl5pPr>
            <a:lvl6pPr>
              <a:defRPr sz="1125" b="1" i="0">
                <a:solidFill>
                  <a:srgbClr val="EC4E9A"/>
                </a:solidFill>
              </a:defRPr>
            </a:lvl6pPr>
            <a:lvl7pPr>
              <a:defRPr sz="1125" b="1" i="0">
                <a:solidFill>
                  <a:srgbClr val="EC4E9A"/>
                </a:solidFill>
              </a:defRPr>
            </a:lvl7pPr>
            <a:lvl8pPr>
              <a:defRPr sz="1125" b="1" i="0">
                <a:solidFill>
                  <a:srgbClr val="EC4E9A"/>
                </a:solidFill>
              </a:defRPr>
            </a:lvl8pPr>
            <a:lvl9pPr>
              <a:defRPr sz="112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C4E9A"/>
                </a:solidFill>
              </a:defRPr>
            </a:pPr>
            <a:r>
              <a:rPr sz="1125" b="1" i="0">
                <a:solidFill>
                  <a:srgbClr val="EC4E9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81E55-82B7-471E-BBCB-D933B31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02B27"/>
                </a:solidFill>
              </a:defRPr>
            </a:defPPr>
            <a:lvl1pPr>
              <a:defRPr sz="1650" b="1" i="0">
                <a:solidFill>
                  <a:srgbClr val="102B27"/>
                </a:solidFill>
              </a:defRPr>
            </a:lvl1pPr>
            <a:lvl2pPr>
              <a:defRPr sz="1650" b="1" i="0">
                <a:solidFill>
                  <a:srgbClr val="102B27"/>
                </a:solidFill>
              </a:defRPr>
            </a:lvl2pPr>
            <a:lvl3pPr>
              <a:defRPr sz="1650" b="1" i="0">
                <a:solidFill>
                  <a:srgbClr val="102B27"/>
                </a:solidFill>
              </a:defRPr>
            </a:lvl3pPr>
            <a:lvl4pPr>
              <a:defRPr sz="1650" b="1" i="0">
                <a:solidFill>
                  <a:srgbClr val="102B27"/>
                </a:solidFill>
              </a:defRPr>
            </a:lvl4pPr>
            <a:lvl5pPr>
              <a:defRPr sz="1650" b="1" i="0">
                <a:solidFill>
                  <a:srgbClr val="102B27"/>
                </a:solidFill>
              </a:defRPr>
            </a:lvl5pPr>
            <a:lvl6pPr>
              <a:defRPr sz="1650" b="1" i="0">
                <a:solidFill>
                  <a:srgbClr val="102B27"/>
                </a:solidFill>
              </a:defRPr>
            </a:lvl6pPr>
            <a:lvl7pPr>
              <a:defRPr sz="1650" b="1" i="0">
                <a:solidFill>
                  <a:srgbClr val="102B27"/>
                </a:solidFill>
              </a:defRPr>
            </a:lvl7pPr>
            <a:lvl8pPr>
              <a:defRPr sz="1650" b="1" i="0">
                <a:solidFill>
                  <a:srgbClr val="102B27"/>
                </a:solidFill>
              </a:defRPr>
            </a:lvl8pPr>
            <a:lvl9pPr>
              <a:defRPr sz="16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02B27"/>
                </a:solidFill>
              </a:defRPr>
            </a:pPr>
            <a:r>
              <a:rPr sz="1650" b="1" i="0">
                <a:solidFill>
                  <a:srgbClr val="102B27"/>
                </a:solidFill>
              </a:rPr>
              <a:t>AI идеясы бар, бірақ пилот метрикасы мен шегі жоқ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C6A28-FC98-44BE-A0ED-D50B502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23F7A-3D57-476D-BE25-E3128131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8776E"/>
                </a:solidFill>
              </a:defRPr>
            </a:defPPr>
            <a:lvl1pPr>
              <a:defRPr sz="1425" b="0" i="0">
                <a:solidFill>
                  <a:srgbClr val="68776E"/>
                </a:solidFill>
              </a:defRPr>
            </a:lvl1pPr>
            <a:lvl2pPr>
              <a:defRPr sz="1425" b="0" i="0">
                <a:solidFill>
                  <a:srgbClr val="68776E"/>
                </a:solidFill>
              </a:defRPr>
            </a:lvl2pPr>
            <a:lvl3pPr>
              <a:defRPr sz="1425" b="0" i="0">
                <a:solidFill>
                  <a:srgbClr val="68776E"/>
                </a:solidFill>
              </a:defRPr>
            </a:lvl3pPr>
            <a:lvl4pPr>
              <a:defRPr sz="1425" b="0" i="0">
                <a:solidFill>
                  <a:srgbClr val="68776E"/>
                </a:solidFill>
              </a:defRPr>
            </a:lvl4pPr>
            <a:lvl5pPr>
              <a:defRPr sz="1425" b="0" i="0">
                <a:solidFill>
                  <a:srgbClr val="68776E"/>
                </a:solidFill>
              </a:defRPr>
            </a:lvl5pPr>
            <a:lvl6pPr>
              <a:defRPr sz="1425" b="0" i="0">
                <a:solidFill>
                  <a:srgbClr val="68776E"/>
                </a:solidFill>
              </a:defRPr>
            </a:lvl6pPr>
            <a:lvl7pPr>
              <a:defRPr sz="1425" b="0" i="0">
                <a:solidFill>
                  <a:srgbClr val="68776E"/>
                </a:solidFill>
              </a:defRPr>
            </a:lvl7pPr>
            <a:lvl8pPr>
              <a:defRPr sz="1425" b="0" i="0">
                <a:solidFill>
                  <a:srgbClr val="68776E"/>
                </a:solidFill>
              </a:defRPr>
            </a:lvl8pPr>
            <a:lvl9pPr>
              <a:defRPr sz="142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68776E"/>
                </a:solidFill>
              </a:defRPr>
            </a:pPr>
            <a:r>
              <a:rPr sz="1425" b="0" i="0">
                <a:solidFill>
                  <a:srgbClr val="68776E"/>
                </a:solidFill>
              </a:rPr>
              <a:t>Нәтиже: уақыт жоғалады, маржа кеш байқалады, идея дәлелсіз қалады.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D18B9-D4E6-46BE-B78A-16F3AF26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D8EBB-4F96-4122-8D7B-4B53230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68776E"/>
                </a:solidFill>
              </a:defRPr>
            </a:defPPr>
            <a:lvl1pPr>
              <a:defRPr sz="750" b="1" i="0">
                <a:solidFill>
                  <a:srgbClr val="68776E"/>
                </a:solidFill>
              </a:defRPr>
            </a:lvl1pPr>
            <a:lvl2pPr>
              <a:defRPr sz="750" b="1" i="0">
                <a:solidFill>
                  <a:srgbClr val="68776E"/>
                </a:solidFill>
              </a:defRPr>
            </a:lvl2pPr>
            <a:lvl3pPr>
              <a:defRPr sz="750" b="1" i="0">
                <a:solidFill>
                  <a:srgbClr val="68776E"/>
                </a:solidFill>
              </a:defRPr>
            </a:lvl3pPr>
            <a:lvl4pPr>
              <a:defRPr sz="750" b="1" i="0">
                <a:solidFill>
                  <a:srgbClr val="68776E"/>
                </a:solidFill>
              </a:defRPr>
            </a:lvl4pPr>
            <a:lvl5pPr>
              <a:defRPr sz="750" b="1" i="0">
                <a:solidFill>
                  <a:srgbClr val="68776E"/>
                </a:solidFill>
              </a:defRPr>
            </a:lvl5pPr>
            <a:lvl6pPr>
              <a:defRPr sz="750" b="1" i="0">
                <a:solidFill>
                  <a:srgbClr val="68776E"/>
                </a:solidFill>
              </a:defRPr>
            </a:lvl6pPr>
            <a:lvl7pPr>
              <a:defRPr sz="750" b="1" i="0">
                <a:solidFill>
                  <a:srgbClr val="68776E"/>
                </a:solidFill>
              </a:defRPr>
            </a:lvl7pPr>
            <a:lvl8pPr>
              <a:defRPr sz="750" b="1" i="0">
                <a:solidFill>
                  <a:srgbClr val="68776E"/>
                </a:solidFill>
              </a:defRPr>
            </a:lvl8pPr>
            <a:lvl9pPr>
              <a:defRPr sz="75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68776E"/>
                </a:solidFill>
              </a:defRPr>
            </a:pPr>
            <a:r>
              <a:rPr sz="750" b="1" i="0">
                <a:solidFill>
                  <a:srgbClr val="68776E"/>
                </a:solidFill>
              </a:rPr>
              <a:t>МӘСЕЛЕ / ЖЕРГІЛІКТІ БИЗНЕС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C4858-552C-4B5E-88D7-E9241B16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B27"/>
                </a:solidFill>
              </a:defRPr>
            </a:defPPr>
            <a:lvl1pPr>
              <a:defRPr sz="900" b="1" i="0">
                <a:solidFill>
                  <a:srgbClr val="102B27"/>
                </a:solidFill>
              </a:defRPr>
            </a:lvl1pPr>
            <a:lvl2pPr>
              <a:defRPr sz="900" b="1" i="0">
                <a:solidFill>
                  <a:srgbClr val="102B27"/>
                </a:solidFill>
              </a:defRPr>
            </a:lvl2pPr>
            <a:lvl3pPr>
              <a:defRPr sz="900" b="1" i="0">
                <a:solidFill>
                  <a:srgbClr val="102B27"/>
                </a:solidFill>
              </a:defRPr>
            </a:lvl3pPr>
            <a:lvl4pPr>
              <a:defRPr sz="900" b="1" i="0">
                <a:solidFill>
                  <a:srgbClr val="102B27"/>
                </a:solidFill>
              </a:defRPr>
            </a:lvl4pPr>
            <a:lvl5pPr>
              <a:defRPr sz="900" b="1" i="0">
                <a:solidFill>
                  <a:srgbClr val="102B27"/>
                </a:solidFill>
              </a:defRPr>
            </a:lvl5pPr>
            <a:lvl6pPr>
              <a:defRPr sz="900" b="1" i="0">
                <a:solidFill>
                  <a:srgbClr val="102B27"/>
                </a:solidFill>
              </a:defRPr>
            </a:lvl6pPr>
            <a:lvl7pPr>
              <a:defRPr sz="900" b="1" i="0">
                <a:solidFill>
                  <a:srgbClr val="102B27"/>
                </a:solidFill>
              </a:defRPr>
            </a:lvl7pPr>
            <a:lvl8pPr>
              <a:defRPr sz="900" b="1" i="0">
                <a:solidFill>
                  <a:srgbClr val="102B27"/>
                </a:solidFill>
              </a:defRPr>
            </a:lvl8pPr>
            <a:lvl9pPr>
              <a:defRPr sz="9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02B27"/>
                </a:solidFill>
              </a:defRPr>
            </a:pPr>
            <a:r>
              <a:rPr sz="900" b="1" i="0">
                <a:solidFill>
                  <a:srgbClr val="102B2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0486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2924A-E14B-48BD-825C-4AF49438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25506-832B-4ED1-8F1E-ED91F188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F4FF6-B4B5-4C7F-84A4-85DBC7FB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BDE3-5AFC-43C9-A666-95A35F50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</a:defRPr>
            </a:defPPr>
            <a:lvl1pPr>
              <a:defRPr sz="3150" b="1" i="0">
                <a:solidFill>
                  <a:srgbClr val="FFFFFF"/>
                </a:solidFill>
              </a:defRPr>
            </a:lvl1pPr>
            <a:lvl2pPr>
              <a:defRPr sz="3150" b="1" i="0">
                <a:solidFill>
                  <a:srgbClr val="FFFFFF"/>
                </a:solidFill>
              </a:defRPr>
            </a:lvl2pPr>
            <a:lvl3pPr>
              <a:defRPr sz="3150" b="1" i="0">
                <a:solidFill>
                  <a:srgbClr val="FFFFFF"/>
                </a:solidFill>
              </a:defRPr>
            </a:lvl3pPr>
            <a:lvl4pPr>
              <a:defRPr sz="3150" b="1" i="0">
                <a:solidFill>
                  <a:srgbClr val="FFFFFF"/>
                </a:solidFill>
              </a:defRPr>
            </a:lvl4pPr>
            <a:lvl5pPr>
              <a:defRPr sz="3150" b="1" i="0">
                <a:solidFill>
                  <a:srgbClr val="FFFFFF"/>
                </a:solidFill>
              </a:defRPr>
            </a:lvl5pPr>
            <a:lvl6pPr>
              <a:defRPr sz="3150" b="1" i="0">
                <a:solidFill>
                  <a:srgbClr val="FFFFFF"/>
                </a:solidFill>
              </a:defRPr>
            </a:lvl6pPr>
            <a:lvl7pPr>
              <a:defRPr sz="3150" b="1" i="0">
                <a:solidFill>
                  <a:srgbClr val="FFFFFF"/>
                </a:solidFill>
              </a:defRPr>
            </a:lvl7pPr>
            <a:lvl8pPr>
              <a:defRPr sz="3150" b="1" i="0">
                <a:solidFill>
                  <a:srgbClr val="FFFFFF"/>
                </a:solidFill>
              </a:defRPr>
            </a:lvl8pPr>
            <a:lvl9pPr>
              <a:defRPr sz="31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SaNa бір міндетті өлшенетін пилотқа айналдырады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78A0D-BE9C-4B2D-A0AE-06A91F7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B9C7C2"/>
                </a:solidFill>
              </a:defRPr>
            </a:defPPr>
            <a:lvl1pPr>
              <a:defRPr sz="1425" b="0" i="0">
                <a:solidFill>
                  <a:srgbClr val="B9C7C2"/>
                </a:solidFill>
              </a:defRPr>
            </a:lvl1pPr>
            <a:lvl2pPr>
              <a:defRPr sz="1425" b="0" i="0">
                <a:solidFill>
                  <a:srgbClr val="B9C7C2"/>
                </a:solidFill>
              </a:defRPr>
            </a:lvl2pPr>
            <a:lvl3pPr>
              <a:defRPr sz="1425" b="0" i="0">
                <a:solidFill>
                  <a:srgbClr val="B9C7C2"/>
                </a:solidFill>
              </a:defRPr>
            </a:lvl3pPr>
            <a:lvl4pPr>
              <a:defRPr sz="1425" b="0" i="0">
                <a:solidFill>
                  <a:srgbClr val="B9C7C2"/>
                </a:solidFill>
              </a:defRPr>
            </a:lvl4pPr>
            <a:lvl5pPr>
              <a:defRPr sz="1425" b="0" i="0">
                <a:solidFill>
                  <a:srgbClr val="B9C7C2"/>
                </a:solidFill>
              </a:defRPr>
            </a:lvl5pPr>
            <a:lvl6pPr>
              <a:defRPr sz="1425" b="0" i="0">
                <a:solidFill>
                  <a:srgbClr val="B9C7C2"/>
                </a:solidFill>
              </a:defRPr>
            </a:lvl6pPr>
            <a:lvl7pPr>
              <a:defRPr sz="1425" b="0" i="0">
                <a:solidFill>
                  <a:srgbClr val="B9C7C2"/>
                </a:solidFill>
              </a:defRPr>
            </a:lvl7pPr>
            <a:lvl8pPr>
              <a:defRPr sz="1425" b="0" i="0">
                <a:solidFill>
                  <a:srgbClr val="B9C7C2"/>
                </a:solidFill>
              </a:defRPr>
            </a:lvl8pPr>
            <a:lvl9pPr>
              <a:defRPr sz="1425" b="0" i="0">
                <a:solidFill>
                  <a:srgbClr val="B9C7C2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B9C7C2"/>
                </a:solidFill>
              </a:defRPr>
            </a:pPr>
            <a:r>
              <a:rPr sz="1425" b="0" i="0">
                <a:solidFill>
                  <a:srgbClr val="B9C7C2"/>
                </a:solidFill>
              </a:rPr>
              <a:t>Кәсіпкер өз дерегін береді. Жүйе жоспарды түсіндіреді. Соңғы шешімді адам қабылдайды.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491F9-11B3-4F1C-8059-BF2998EE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2220"/>
          </a:solidFill>
          <a:ln xmlns:a="http://schemas.openxmlformats.org/drawingml/2006/main" w="9525">
            <a:solidFill>
              <a:srgbClr val="2B4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E5EEF-DF55-479A-B232-5DA854C0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43D7DF"/>
                </a:solidFill>
              </a:defRPr>
            </a:defPPr>
            <a:lvl1pPr>
              <a:defRPr sz="975" b="1" i="0">
                <a:solidFill>
                  <a:srgbClr val="43D7DF"/>
                </a:solidFill>
              </a:defRPr>
            </a:lvl1pPr>
            <a:lvl2pPr>
              <a:defRPr sz="975" b="1" i="0">
                <a:solidFill>
                  <a:srgbClr val="43D7DF"/>
                </a:solidFill>
              </a:defRPr>
            </a:lvl2pPr>
            <a:lvl3pPr>
              <a:defRPr sz="975" b="1" i="0">
                <a:solidFill>
                  <a:srgbClr val="43D7DF"/>
                </a:solidFill>
              </a:defRPr>
            </a:lvl3pPr>
            <a:lvl4pPr>
              <a:defRPr sz="975" b="1" i="0">
                <a:solidFill>
                  <a:srgbClr val="43D7DF"/>
                </a:solidFill>
              </a:defRPr>
            </a:lvl4pPr>
            <a:lvl5pPr>
              <a:defRPr sz="975" b="1" i="0">
                <a:solidFill>
                  <a:srgbClr val="43D7DF"/>
                </a:solidFill>
              </a:defRPr>
            </a:lvl5pPr>
            <a:lvl6pPr>
              <a:defRPr sz="975" b="1" i="0">
                <a:solidFill>
                  <a:srgbClr val="43D7DF"/>
                </a:solidFill>
              </a:defRPr>
            </a:lvl6pPr>
            <a:lvl7pPr>
              <a:defRPr sz="975" b="1" i="0">
                <a:solidFill>
                  <a:srgbClr val="43D7DF"/>
                </a:solidFill>
              </a:defRPr>
            </a:lvl7pPr>
            <a:lvl8pPr>
              <a:defRPr sz="975" b="1" i="0">
                <a:solidFill>
                  <a:srgbClr val="43D7DF"/>
                </a:solidFill>
              </a:defRPr>
            </a:lvl8pPr>
            <a:lvl9pPr>
              <a:defRPr sz="9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43D7DF"/>
                </a:solidFill>
              </a:defRPr>
            </a:pPr>
            <a:r>
              <a:rPr sz="975" b="1" i="0">
                <a:solidFill>
                  <a:srgbClr val="43D7D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C31BA-30BD-440A-BA8C-539ADD4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Бизнес контексті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5ED24-DAC9-43A6-A09D-921A856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B7C6C1"/>
                </a:solidFill>
              </a:defRPr>
            </a:defPPr>
            <a:lvl1pPr>
              <a:defRPr sz="1200" b="0" i="0">
                <a:solidFill>
                  <a:srgbClr val="B7C6C1"/>
                </a:solidFill>
              </a:defRPr>
            </a:lvl1pPr>
            <a:lvl2pPr>
              <a:defRPr sz="1200" b="0" i="0">
                <a:solidFill>
                  <a:srgbClr val="B7C6C1"/>
                </a:solidFill>
              </a:defRPr>
            </a:lvl2pPr>
            <a:lvl3pPr>
              <a:defRPr sz="1200" b="0" i="0">
                <a:solidFill>
                  <a:srgbClr val="B7C6C1"/>
                </a:solidFill>
              </a:defRPr>
            </a:lvl3pPr>
            <a:lvl4pPr>
              <a:defRPr sz="1200" b="0" i="0">
                <a:solidFill>
                  <a:srgbClr val="B7C6C1"/>
                </a:solidFill>
              </a:defRPr>
            </a:lvl4pPr>
            <a:lvl5pPr>
              <a:defRPr sz="1200" b="0" i="0">
                <a:solidFill>
                  <a:srgbClr val="B7C6C1"/>
                </a:solidFill>
              </a:defRPr>
            </a:lvl5pPr>
            <a:lvl6pPr>
              <a:defRPr sz="1200" b="0" i="0">
                <a:solidFill>
                  <a:srgbClr val="B7C6C1"/>
                </a:solidFill>
              </a:defRPr>
            </a:lvl6pPr>
            <a:lvl7pPr>
              <a:defRPr sz="1200" b="0" i="0">
                <a:solidFill>
                  <a:srgbClr val="B7C6C1"/>
                </a:solidFill>
              </a:defRPr>
            </a:lvl7pPr>
            <a:lvl8pPr>
              <a:defRPr sz="1200" b="0" i="0">
                <a:solidFill>
                  <a:srgbClr val="B7C6C1"/>
                </a:solidFill>
              </a:defRPr>
            </a:lvl8pPr>
            <a:lvl9pPr>
              <a:defRPr sz="1200" b="0" i="0">
                <a:solidFill>
                  <a:srgbClr val="B7C6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B7C6C1"/>
                </a:solidFill>
              </a:defRPr>
            </a:pPr>
            <a:r>
              <a:rPr sz="1200" b="0" i="0">
                <a:solidFill>
                  <a:srgbClr val="B7C6C1"/>
                </a:solidFill>
              </a:rPr>
              <a:t>Сала, қала, мақсат, мәселе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49C35-6DAE-444E-BA4B-C405533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F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4607E-DA05-41DE-9C3C-E139E9A3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623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C7F45A"/>
                </a:solidFill>
              </a:defRPr>
            </a:defPPr>
            <a:lvl1pPr>
              <a:defRPr sz="2100" b="1" i="0">
                <a:solidFill>
                  <a:srgbClr val="C7F45A"/>
                </a:solidFill>
              </a:defRPr>
            </a:lvl1pPr>
            <a:lvl2pPr>
              <a:defRPr sz="2100" b="1" i="0">
                <a:solidFill>
                  <a:srgbClr val="C7F45A"/>
                </a:solidFill>
              </a:defRPr>
            </a:lvl2pPr>
            <a:lvl3pPr>
              <a:defRPr sz="2100" b="1" i="0">
                <a:solidFill>
                  <a:srgbClr val="C7F45A"/>
                </a:solidFill>
              </a:defRPr>
            </a:lvl3pPr>
            <a:lvl4pPr>
              <a:defRPr sz="2100" b="1" i="0">
                <a:solidFill>
                  <a:srgbClr val="C7F45A"/>
                </a:solidFill>
              </a:defRPr>
            </a:lvl4pPr>
            <a:lvl5pPr>
              <a:defRPr sz="2100" b="1" i="0">
                <a:solidFill>
                  <a:srgbClr val="C7F45A"/>
                </a:solidFill>
              </a:defRPr>
            </a:lvl5pPr>
            <a:lvl6pPr>
              <a:defRPr sz="2100" b="1" i="0">
                <a:solidFill>
                  <a:srgbClr val="C7F45A"/>
                </a:solidFill>
              </a:defRPr>
            </a:lvl6pPr>
            <a:lvl7pPr>
              <a:defRPr sz="2100" b="1" i="0">
                <a:solidFill>
                  <a:srgbClr val="C7F45A"/>
                </a:solidFill>
              </a:defRPr>
            </a:lvl7pPr>
            <a:lvl8pPr>
              <a:defRPr sz="2100" b="1" i="0">
                <a:solidFill>
                  <a:srgbClr val="C7F45A"/>
                </a:solidFill>
              </a:defRPr>
            </a:lvl8pPr>
            <a:lvl9pPr>
              <a:defRPr sz="21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C7F45A"/>
                </a:solidFill>
              </a:defRPr>
            </a:pPr>
            <a:r>
              <a:rPr sz="2100" b="1" i="0">
                <a:solidFill>
                  <a:srgbClr val="C7F45A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975E1-C532-41EB-960C-2A117AB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2220"/>
          </a:solidFill>
          <a:ln xmlns:a="http://schemas.openxmlformats.org/drawingml/2006/main" w="9525">
            <a:solidFill>
              <a:srgbClr val="2B4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45428-9BE6-4DC5-9D91-E56891A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43D7DF"/>
                </a:solidFill>
              </a:defRPr>
            </a:defPPr>
            <a:lvl1pPr>
              <a:defRPr sz="975" b="1" i="0">
                <a:solidFill>
                  <a:srgbClr val="43D7DF"/>
                </a:solidFill>
              </a:defRPr>
            </a:lvl1pPr>
            <a:lvl2pPr>
              <a:defRPr sz="975" b="1" i="0">
                <a:solidFill>
                  <a:srgbClr val="43D7DF"/>
                </a:solidFill>
              </a:defRPr>
            </a:lvl2pPr>
            <a:lvl3pPr>
              <a:defRPr sz="975" b="1" i="0">
                <a:solidFill>
                  <a:srgbClr val="43D7DF"/>
                </a:solidFill>
              </a:defRPr>
            </a:lvl3pPr>
            <a:lvl4pPr>
              <a:defRPr sz="975" b="1" i="0">
                <a:solidFill>
                  <a:srgbClr val="43D7DF"/>
                </a:solidFill>
              </a:defRPr>
            </a:lvl4pPr>
            <a:lvl5pPr>
              <a:defRPr sz="975" b="1" i="0">
                <a:solidFill>
                  <a:srgbClr val="43D7DF"/>
                </a:solidFill>
              </a:defRPr>
            </a:lvl5pPr>
            <a:lvl6pPr>
              <a:defRPr sz="975" b="1" i="0">
                <a:solidFill>
                  <a:srgbClr val="43D7DF"/>
                </a:solidFill>
              </a:defRPr>
            </a:lvl6pPr>
            <a:lvl7pPr>
              <a:defRPr sz="975" b="1" i="0">
                <a:solidFill>
                  <a:srgbClr val="43D7DF"/>
                </a:solidFill>
              </a:defRPr>
            </a:lvl7pPr>
            <a:lvl8pPr>
              <a:defRPr sz="975" b="1" i="0">
                <a:solidFill>
                  <a:srgbClr val="43D7DF"/>
                </a:solidFill>
              </a:defRPr>
            </a:lvl8pPr>
            <a:lvl9pPr>
              <a:defRPr sz="9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43D7DF"/>
                </a:solidFill>
              </a:defRPr>
            </a:pPr>
            <a:r>
              <a:rPr sz="975" b="1" i="0">
                <a:solidFill>
                  <a:srgbClr val="43D7D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D0A37-808A-4405-B1E9-B1647BC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Диагностика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2A1F0-9978-43ED-9DBB-5790E5BC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B7C6C1"/>
                </a:solidFill>
              </a:defRPr>
            </a:defPPr>
            <a:lvl1pPr>
              <a:defRPr sz="1200" b="0" i="0">
                <a:solidFill>
                  <a:srgbClr val="B7C6C1"/>
                </a:solidFill>
              </a:defRPr>
            </a:lvl1pPr>
            <a:lvl2pPr>
              <a:defRPr sz="1200" b="0" i="0">
                <a:solidFill>
                  <a:srgbClr val="B7C6C1"/>
                </a:solidFill>
              </a:defRPr>
            </a:lvl2pPr>
            <a:lvl3pPr>
              <a:defRPr sz="1200" b="0" i="0">
                <a:solidFill>
                  <a:srgbClr val="B7C6C1"/>
                </a:solidFill>
              </a:defRPr>
            </a:lvl3pPr>
            <a:lvl4pPr>
              <a:defRPr sz="1200" b="0" i="0">
                <a:solidFill>
                  <a:srgbClr val="B7C6C1"/>
                </a:solidFill>
              </a:defRPr>
            </a:lvl4pPr>
            <a:lvl5pPr>
              <a:defRPr sz="1200" b="0" i="0">
                <a:solidFill>
                  <a:srgbClr val="B7C6C1"/>
                </a:solidFill>
              </a:defRPr>
            </a:lvl5pPr>
            <a:lvl6pPr>
              <a:defRPr sz="1200" b="0" i="0">
                <a:solidFill>
                  <a:srgbClr val="B7C6C1"/>
                </a:solidFill>
              </a:defRPr>
            </a:lvl6pPr>
            <a:lvl7pPr>
              <a:defRPr sz="1200" b="0" i="0">
                <a:solidFill>
                  <a:srgbClr val="B7C6C1"/>
                </a:solidFill>
              </a:defRPr>
            </a:lvl7pPr>
            <a:lvl8pPr>
              <a:defRPr sz="1200" b="0" i="0">
                <a:solidFill>
                  <a:srgbClr val="B7C6C1"/>
                </a:solidFill>
              </a:defRPr>
            </a:lvl8pPr>
            <a:lvl9pPr>
              <a:defRPr sz="1200" b="0" i="0">
                <a:solidFill>
                  <a:srgbClr val="B7C6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B7C6C1"/>
                </a:solidFill>
              </a:defRPr>
            </a:pPr>
            <a:r>
              <a:rPr sz="1200" b="0" i="0">
                <a:solidFill>
                  <a:srgbClr val="B7C6C1"/>
                </a:solidFill>
              </a:rPr>
              <a:t>Тәуекел, KPI және алғашқы қадам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285A6-E0FB-4BD6-BB44-BDB29377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242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F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E905D-4C97-4430-BA5A-28866B2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C7F45A"/>
                </a:solidFill>
              </a:defRPr>
            </a:defPPr>
            <a:lvl1pPr>
              <a:defRPr sz="2100" b="1" i="0">
                <a:solidFill>
                  <a:srgbClr val="C7F45A"/>
                </a:solidFill>
              </a:defRPr>
            </a:lvl1pPr>
            <a:lvl2pPr>
              <a:defRPr sz="2100" b="1" i="0">
                <a:solidFill>
                  <a:srgbClr val="C7F45A"/>
                </a:solidFill>
              </a:defRPr>
            </a:lvl2pPr>
            <a:lvl3pPr>
              <a:defRPr sz="2100" b="1" i="0">
                <a:solidFill>
                  <a:srgbClr val="C7F45A"/>
                </a:solidFill>
              </a:defRPr>
            </a:lvl3pPr>
            <a:lvl4pPr>
              <a:defRPr sz="2100" b="1" i="0">
                <a:solidFill>
                  <a:srgbClr val="C7F45A"/>
                </a:solidFill>
              </a:defRPr>
            </a:lvl4pPr>
            <a:lvl5pPr>
              <a:defRPr sz="2100" b="1" i="0">
                <a:solidFill>
                  <a:srgbClr val="C7F45A"/>
                </a:solidFill>
              </a:defRPr>
            </a:lvl5pPr>
            <a:lvl6pPr>
              <a:defRPr sz="2100" b="1" i="0">
                <a:solidFill>
                  <a:srgbClr val="C7F45A"/>
                </a:solidFill>
              </a:defRPr>
            </a:lvl6pPr>
            <a:lvl7pPr>
              <a:defRPr sz="2100" b="1" i="0">
                <a:solidFill>
                  <a:srgbClr val="C7F45A"/>
                </a:solidFill>
              </a:defRPr>
            </a:lvl7pPr>
            <a:lvl8pPr>
              <a:defRPr sz="2100" b="1" i="0">
                <a:solidFill>
                  <a:srgbClr val="C7F45A"/>
                </a:solidFill>
              </a:defRPr>
            </a:lvl8pPr>
            <a:lvl9pPr>
              <a:defRPr sz="21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C7F45A"/>
                </a:solidFill>
              </a:defRPr>
            </a:pPr>
            <a:r>
              <a:rPr sz="2100" b="1" i="0">
                <a:solidFill>
                  <a:srgbClr val="C7F45A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3D7EC-F337-45FB-90A6-087FD89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2220"/>
          </a:solidFill>
          <a:ln xmlns:a="http://schemas.openxmlformats.org/drawingml/2006/main" w="9525">
            <a:solidFill>
              <a:srgbClr val="2B4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52064-FF7A-4B0B-82D7-C045624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9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43D7DF"/>
                </a:solidFill>
              </a:defRPr>
            </a:defPPr>
            <a:lvl1pPr>
              <a:defRPr sz="975" b="1" i="0">
                <a:solidFill>
                  <a:srgbClr val="43D7DF"/>
                </a:solidFill>
              </a:defRPr>
            </a:lvl1pPr>
            <a:lvl2pPr>
              <a:defRPr sz="975" b="1" i="0">
                <a:solidFill>
                  <a:srgbClr val="43D7DF"/>
                </a:solidFill>
              </a:defRPr>
            </a:lvl2pPr>
            <a:lvl3pPr>
              <a:defRPr sz="975" b="1" i="0">
                <a:solidFill>
                  <a:srgbClr val="43D7DF"/>
                </a:solidFill>
              </a:defRPr>
            </a:lvl3pPr>
            <a:lvl4pPr>
              <a:defRPr sz="975" b="1" i="0">
                <a:solidFill>
                  <a:srgbClr val="43D7DF"/>
                </a:solidFill>
              </a:defRPr>
            </a:lvl4pPr>
            <a:lvl5pPr>
              <a:defRPr sz="975" b="1" i="0">
                <a:solidFill>
                  <a:srgbClr val="43D7DF"/>
                </a:solidFill>
              </a:defRPr>
            </a:lvl5pPr>
            <a:lvl6pPr>
              <a:defRPr sz="975" b="1" i="0">
                <a:solidFill>
                  <a:srgbClr val="43D7DF"/>
                </a:solidFill>
              </a:defRPr>
            </a:lvl6pPr>
            <a:lvl7pPr>
              <a:defRPr sz="975" b="1" i="0">
                <a:solidFill>
                  <a:srgbClr val="43D7DF"/>
                </a:solidFill>
              </a:defRPr>
            </a:lvl7pPr>
            <a:lvl8pPr>
              <a:defRPr sz="975" b="1" i="0">
                <a:solidFill>
                  <a:srgbClr val="43D7DF"/>
                </a:solidFill>
              </a:defRPr>
            </a:lvl8pPr>
            <a:lvl9pPr>
              <a:defRPr sz="9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43D7DF"/>
                </a:solidFill>
              </a:defRPr>
            </a:pPr>
            <a:r>
              <a:rPr sz="975" b="1" i="0">
                <a:solidFill>
                  <a:srgbClr val="43D7D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2A0F4-2E85-49C5-91E3-C5371F15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76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Дерек пен есеп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77337-BCDE-4566-A22C-2625AEDE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8145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B7C6C1"/>
                </a:solidFill>
              </a:defRPr>
            </a:defPPr>
            <a:lvl1pPr>
              <a:defRPr sz="1200" b="0" i="0">
                <a:solidFill>
                  <a:srgbClr val="B7C6C1"/>
                </a:solidFill>
              </a:defRPr>
            </a:lvl1pPr>
            <a:lvl2pPr>
              <a:defRPr sz="1200" b="0" i="0">
                <a:solidFill>
                  <a:srgbClr val="B7C6C1"/>
                </a:solidFill>
              </a:defRPr>
            </a:lvl2pPr>
            <a:lvl3pPr>
              <a:defRPr sz="1200" b="0" i="0">
                <a:solidFill>
                  <a:srgbClr val="B7C6C1"/>
                </a:solidFill>
              </a:defRPr>
            </a:lvl3pPr>
            <a:lvl4pPr>
              <a:defRPr sz="1200" b="0" i="0">
                <a:solidFill>
                  <a:srgbClr val="B7C6C1"/>
                </a:solidFill>
              </a:defRPr>
            </a:lvl4pPr>
            <a:lvl5pPr>
              <a:defRPr sz="1200" b="0" i="0">
                <a:solidFill>
                  <a:srgbClr val="B7C6C1"/>
                </a:solidFill>
              </a:defRPr>
            </a:lvl5pPr>
            <a:lvl6pPr>
              <a:defRPr sz="1200" b="0" i="0">
                <a:solidFill>
                  <a:srgbClr val="B7C6C1"/>
                </a:solidFill>
              </a:defRPr>
            </a:lvl6pPr>
            <a:lvl7pPr>
              <a:defRPr sz="1200" b="0" i="0">
                <a:solidFill>
                  <a:srgbClr val="B7C6C1"/>
                </a:solidFill>
              </a:defRPr>
            </a:lvl7pPr>
            <a:lvl8pPr>
              <a:defRPr sz="1200" b="0" i="0">
                <a:solidFill>
                  <a:srgbClr val="B7C6C1"/>
                </a:solidFill>
              </a:defRPr>
            </a:lvl8pPr>
            <a:lvl9pPr>
              <a:defRPr sz="1200" b="0" i="0">
                <a:solidFill>
                  <a:srgbClr val="B7C6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B7C6C1"/>
                </a:solidFill>
              </a:defRPr>
            </a:pPr>
            <a:r>
              <a:rPr sz="1200" b="0" i="0">
                <a:solidFill>
                  <a:srgbClr val="B7C6C1"/>
                </a:solidFill>
              </a:rPr>
              <a:t>CSV, маржа, шығын, уақыт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7829E-A3D0-43EB-97CA-42A679CE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F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2C952-ABBC-4E58-95A9-290504E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C7F45A"/>
                </a:solidFill>
              </a:defRPr>
            </a:defPPr>
            <a:lvl1pPr>
              <a:defRPr sz="2100" b="1" i="0">
                <a:solidFill>
                  <a:srgbClr val="C7F45A"/>
                </a:solidFill>
              </a:defRPr>
            </a:lvl1pPr>
            <a:lvl2pPr>
              <a:defRPr sz="2100" b="1" i="0">
                <a:solidFill>
                  <a:srgbClr val="C7F45A"/>
                </a:solidFill>
              </a:defRPr>
            </a:lvl2pPr>
            <a:lvl3pPr>
              <a:defRPr sz="2100" b="1" i="0">
                <a:solidFill>
                  <a:srgbClr val="C7F45A"/>
                </a:solidFill>
              </a:defRPr>
            </a:lvl3pPr>
            <a:lvl4pPr>
              <a:defRPr sz="2100" b="1" i="0">
                <a:solidFill>
                  <a:srgbClr val="C7F45A"/>
                </a:solidFill>
              </a:defRPr>
            </a:lvl4pPr>
            <a:lvl5pPr>
              <a:defRPr sz="2100" b="1" i="0">
                <a:solidFill>
                  <a:srgbClr val="C7F45A"/>
                </a:solidFill>
              </a:defRPr>
            </a:lvl5pPr>
            <a:lvl6pPr>
              <a:defRPr sz="2100" b="1" i="0">
                <a:solidFill>
                  <a:srgbClr val="C7F45A"/>
                </a:solidFill>
              </a:defRPr>
            </a:lvl6pPr>
            <a:lvl7pPr>
              <a:defRPr sz="2100" b="1" i="0">
                <a:solidFill>
                  <a:srgbClr val="C7F45A"/>
                </a:solidFill>
              </a:defRPr>
            </a:lvl7pPr>
            <a:lvl8pPr>
              <a:defRPr sz="2100" b="1" i="0">
                <a:solidFill>
                  <a:srgbClr val="C7F45A"/>
                </a:solidFill>
              </a:defRPr>
            </a:lvl8pPr>
            <a:lvl9pPr>
              <a:defRPr sz="21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C7F45A"/>
                </a:solidFill>
              </a:defRPr>
            </a:pPr>
            <a:r>
              <a:rPr sz="2100" b="1" i="0">
                <a:solidFill>
                  <a:srgbClr val="C7F45A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49AC8-3DF8-42EC-9024-58B9AB5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2220"/>
          </a:solidFill>
          <a:ln xmlns:a="http://schemas.openxmlformats.org/drawingml/2006/main" w="9525">
            <a:solidFill>
              <a:srgbClr val="2B4B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93FE05-264C-4FD2-9C11-456EA493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9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43D7DF"/>
                </a:solidFill>
              </a:defRPr>
            </a:defPPr>
            <a:lvl1pPr>
              <a:defRPr sz="975" b="1" i="0">
                <a:solidFill>
                  <a:srgbClr val="43D7DF"/>
                </a:solidFill>
              </a:defRPr>
            </a:lvl1pPr>
            <a:lvl2pPr>
              <a:defRPr sz="975" b="1" i="0">
                <a:solidFill>
                  <a:srgbClr val="43D7DF"/>
                </a:solidFill>
              </a:defRPr>
            </a:lvl2pPr>
            <a:lvl3pPr>
              <a:defRPr sz="975" b="1" i="0">
                <a:solidFill>
                  <a:srgbClr val="43D7DF"/>
                </a:solidFill>
              </a:defRPr>
            </a:lvl3pPr>
            <a:lvl4pPr>
              <a:defRPr sz="975" b="1" i="0">
                <a:solidFill>
                  <a:srgbClr val="43D7DF"/>
                </a:solidFill>
              </a:defRPr>
            </a:lvl4pPr>
            <a:lvl5pPr>
              <a:defRPr sz="975" b="1" i="0">
                <a:solidFill>
                  <a:srgbClr val="43D7DF"/>
                </a:solidFill>
              </a:defRPr>
            </a:lvl5pPr>
            <a:lvl6pPr>
              <a:defRPr sz="975" b="1" i="0">
                <a:solidFill>
                  <a:srgbClr val="43D7DF"/>
                </a:solidFill>
              </a:defRPr>
            </a:lvl6pPr>
            <a:lvl7pPr>
              <a:defRPr sz="975" b="1" i="0">
                <a:solidFill>
                  <a:srgbClr val="43D7DF"/>
                </a:solidFill>
              </a:defRPr>
            </a:lvl7pPr>
            <a:lvl8pPr>
              <a:defRPr sz="975" b="1" i="0">
                <a:solidFill>
                  <a:srgbClr val="43D7DF"/>
                </a:solidFill>
              </a:defRPr>
            </a:lvl8pPr>
            <a:lvl9pPr>
              <a:defRPr sz="9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43D7DF"/>
                </a:solidFill>
              </a:defRPr>
            </a:pPr>
            <a:r>
              <a:rPr sz="975" b="1" i="0">
                <a:solidFill>
                  <a:srgbClr val="43D7D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02F40-75F8-4BE2-99FB-5990D8B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4 апталық пилот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21281-C784-4941-AABD-7096DC4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B7C6C1"/>
                </a:solidFill>
              </a:defRPr>
            </a:defPPr>
            <a:lvl1pPr>
              <a:defRPr sz="1200" b="0" i="0">
                <a:solidFill>
                  <a:srgbClr val="B7C6C1"/>
                </a:solidFill>
              </a:defRPr>
            </a:lvl1pPr>
            <a:lvl2pPr>
              <a:defRPr sz="1200" b="0" i="0">
                <a:solidFill>
                  <a:srgbClr val="B7C6C1"/>
                </a:solidFill>
              </a:defRPr>
            </a:lvl2pPr>
            <a:lvl3pPr>
              <a:defRPr sz="1200" b="0" i="0">
                <a:solidFill>
                  <a:srgbClr val="B7C6C1"/>
                </a:solidFill>
              </a:defRPr>
            </a:lvl3pPr>
            <a:lvl4pPr>
              <a:defRPr sz="1200" b="0" i="0">
                <a:solidFill>
                  <a:srgbClr val="B7C6C1"/>
                </a:solidFill>
              </a:defRPr>
            </a:lvl4pPr>
            <a:lvl5pPr>
              <a:defRPr sz="1200" b="0" i="0">
                <a:solidFill>
                  <a:srgbClr val="B7C6C1"/>
                </a:solidFill>
              </a:defRPr>
            </a:lvl5pPr>
            <a:lvl6pPr>
              <a:defRPr sz="1200" b="0" i="0">
                <a:solidFill>
                  <a:srgbClr val="B7C6C1"/>
                </a:solidFill>
              </a:defRPr>
            </a:lvl6pPr>
            <a:lvl7pPr>
              <a:defRPr sz="1200" b="0" i="0">
                <a:solidFill>
                  <a:srgbClr val="B7C6C1"/>
                </a:solidFill>
              </a:defRPr>
            </a:lvl7pPr>
            <a:lvl8pPr>
              <a:defRPr sz="1200" b="0" i="0">
                <a:solidFill>
                  <a:srgbClr val="B7C6C1"/>
                </a:solidFill>
              </a:defRPr>
            </a:lvl8pPr>
            <a:lvl9pPr>
              <a:defRPr sz="1200" b="0" i="0">
                <a:solidFill>
                  <a:srgbClr val="B7C6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B7C6C1"/>
                </a:solidFill>
              </a:defRPr>
            </a:pPr>
            <a:r>
              <a:rPr sz="1200" b="0" i="0">
                <a:solidFill>
                  <a:srgbClr val="B7C6C1"/>
                </a:solidFill>
              </a:rPr>
              <a:t>База, мақсат, факт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DF542-698D-4C25-9591-62ACB32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242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F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ABD9B-F31A-404F-AB71-0818E5E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623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C7F45A"/>
                </a:solidFill>
              </a:defRPr>
            </a:defPPr>
            <a:lvl1pPr>
              <a:defRPr sz="2100" b="1" i="0">
                <a:solidFill>
                  <a:srgbClr val="C7F45A"/>
                </a:solidFill>
              </a:defRPr>
            </a:lvl1pPr>
            <a:lvl2pPr>
              <a:defRPr sz="2100" b="1" i="0">
                <a:solidFill>
                  <a:srgbClr val="C7F45A"/>
                </a:solidFill>
              </a:defRPr>
            </a:lvl2pPr>
            <a:lvl3pPr>
              <a:defRPr sz="2100" b="1" i="0">
                <a:solidFill>
                  <a:srgbClr val="C7F45A"/>
                </a:solidFill>
              </a:defRPr>
            </a:lvl3pPr>
            <a:lvl4pPr>
              <a:defRPr sz="2100" b="1" i="0">
                <a:solidFill>
                  <a:srgbClr val="C7F45A"/>
                </a:solidFill>
              </a:defRPr>
            </a:lvl4pPr>
            <a:lvl5pPr>
              <a:defRPr sz="2100" b="1" i="0">
                <a:solidFill>
                  <a:srgbClr val="C7F45A"/>
                </a:solidFill>
              </a:defRPr>
            </a:lvl5pPr>
            <a:lvl6pPr>
              <a:defRPr sz="2100" b="1" i="0">
                <a:solidFill>
                  <a:srgbClr val="C7F45A"/>
                </a:solidFill>
              </a:defRPr>
            </a:lvl6pPr>
            <a:lvl7pPr>
              <a:defRPr sz="2100" b="1" i="0">
                <a:solidFill>
                  <a:srgbClr val="C7F45A"/>
                </a:solidFill>
              </a:defRPr>
            </a:lvl7pPr>
            <a:lvl8pPr>
              <a:defRPr sz="2100" b="1" i="0">
                <a:solidFill>
                  <a:srgbClr val="C7F45A"/>
                </a:solidFill>
              </a:defRPr>
            </a:lvl8pPr>
            <a:lvl9pPr>
              <a:defRPr sz="21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C7F45A"/>
                </a:solidFill>
              </a:defRPr>
            </a:pPr>
            <a:r>
              <a:rPr sz="2100" b="1" i="0">
                <a:solidFill>
                  <a:srgbClr val="C7F45A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7A5615-21A0-45C3-816D-787A8E5F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C7F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086EB-DA40-4D0B-A0D1-DC9C0E76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9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AA7D4-BA91-4F09-8331-1511EFA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76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Енгізу міндеті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E0202-DBC3-4677-8B36-5DB2CAB2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B7C6C1"/>
                </a:solidFill>
              </a:defRPr>
            </a:defPPr>
            <a:lvl1pPr>
              <a:defRPr sz="1200" b="0" i="0">
                <a:solidFill>
                  <a:srgbClr val="B7C6C1"/>
                </a:solidFill>
              </a:defRPr>
            </a:lvl1pPr>
            <a:lvl2pPr>
              <a:defRPr sz="1200" b="0" i="0">
                <a:solidFill>
                  <a:srgbClr val="B7C6C1"/>
                </a:solidFill>
              </a:defRPr>
            </a:lvl2pPr>
            <a:lvl3pPr>
              <a:defRPr sz="1200" b="0" i="0">
                <a:solidFill>
                  <a:srgbClr val="B7C6C1"/>
                </a:solidFill>
              </a:defRPr>
            </a:lvl3pPr>
            <a:lvl4pPr>
              <a:defRPr sz="1200" b="0" i="0">
                <a:solidFill>
                  <a:srgbClr val="B7C6C1"/>
                </a:solidFill>
              </a:defRPr>
            </a:lvl4pPr>
            <a:lvl5pPr>
              <a:defRPr sz="1200" b="0" i="0">
                <a:solidFill>
                  <a:srgbClr val="B7C6C1"/>
                </a:solidFill>
              </a:defRPr>
            </a:lvl5pPr>
            <a:lvl6pPr>
              <a:defRPr sz="1200" b="0" i="0">
                <a:solidFill>
                  <a:srgbClr val="B7C6C1"/>
                </a:solidFill>
              </a:defRPr>
            </a:lvl6pPr>
            <a:lvl7pPr>
              <a:defRPr sz="1200" b="0" i="0">
                <a:solidFill>
                  <a:srgbClr val="B7C6C1"/>
                </a:solidFill>
              </a:defRPr>
            </a:lvl7pPr>
            <a:lvl8pPr>
              <a:defRPr sz="1200" b="0" i="0">
                <a:solidFill>
                  <a:srgbClr val="B7C6C1"/>
                </a:solidFill>
              </a:defRPr>
            </a:lvl8pPr>
            <a:lvl9pPr>
              <a:defRPr sz="1200" b="0" i="0">
                <a:solidFill>
                  <a:srgbClr val="B7C6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B7C6C1"/>
                </a:solidFill>
              </a:defRPr>
            </a:pPr>
            <a:r>
              <a:rPr sz="1200" b="0" i="0">
                <a:solidFill>
                  <a:srgbClr val="B7C6C1"/>
                </a:solidFill>
              </a:rPr>
              <a:t>Команда ұсынысы және қабылдау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283CE-11C5-4BF8-AAEC-4F9F1F6A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953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52A26"/>
          </a:solidFill>
          <a:ln xmlns:a="http://schemas.openxmlformats.org/drawingml/2006/main" w="9525">
            <a:solidFill>
              <a:srgbClr val="2E5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A6868-C456-4EB1-B7AE-A2730E3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Басты қағида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F7EA5-2B0F-44F8-A172-B5ABDF5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</a:defRPr>
            </a:defPPr>
            <a:lvl1pPr>
              <a:defRPr sz="1725" b="1" i="0">
                <a:solidFill>
                  <a:srgbClr val="FFFFFF"/>
                </a:solidFill>
              </a:defRPr>
            </a:lvl1pPr>
            <a:lvl2pPr>
              <a:defRPr sz="1725" b="1" i="0">
                <a:solidFill>
                  <a:srgbClr val="FFFFFF"/>
                </a:solidFill>
              </a:defRPr>
            </a:lvl2pPr>
            <a:lvl3pPr>
              <a:defRPr sz="1725" b="1" i="0">
                <a:solidFill>
                  <a:srgbClr val="FFFFFF"/>
                </a:solidFill>
              </a:defRPr>
            </a:lvl3pPr>
            <a:lvl4pPr>
              <a:defRPr sz="1725" b="1" i="0">
                <a:solidFill>
                  <a:srgbClr val="FFFFFF"/>
                </a:solidFill>
              </a:defRPr>
            </a:lvl4pPr>
            <a:lvl5pPr>
              <a:defRPr sz="1725" b="1" i="0">
                <a:solidFill>
                  <a:srgbClr val="FFFFFF"/>
                </a:solidFill>
              </a:defRPr>
            </a:lvl5pPr>
            <a:lvl6pPr>
              <a:defRPr sz="1725" b="1" i="0">
                <a:solidFill>
                  <a:srgbClr val="FFFFFF"/>
                </a:solidFill>
              </a:defRPr>
            </a:lvl6pPr>
            <a:lvl7pPr>
              <a:defRPr sz="1725" b="1" i="0">
                <a:solidFill>
                  <a:srgbClr val="FFFFFF"/>
                </a:solidFill>
              </a:defRPr>
            </a:lvl7pPr>
            <a:lvl8pPr>
              <a:defRPr sz="1725" b="1" i="0">
                <a:solidFill>
                  <a:srgbClr val="FFFFFF"/>
                </a:solidFill>
              </a:defRPr>
            </a:lvl8pPr>
            <a:lvl9pPr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AI ұсыныс береді. Кәсіпкер деректі, бюджетті және әрекетті өзі бекітеді.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34B6C5-8872-4A4D-87DE-705507E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3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17DED-974A-4349-A213-F22F0DD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A9BBB5"/>
                </a:solidFill>
              </a:defRPr>
            </a:defPPr>
            <a:lvl1pPr>
              <a:defRPr sz="750" b="1" i="0">
                <a:solidFill>
                  <a:srgbClr val="A9BBB5"/>
                </a:solidFill>
              </a:defRPr>
            </a:lvl1pPr>
            <a:lvl2pPr>
              <a:defRPr sz="750" b="1" i="0">
                <a:solidFill>
                  <a:srgbClr val="A9BBB5"/>
                </a:solidFill>
              </a:defRPr>
            </a:lvl2pPr>
            <a:lvl3pPr>
              <a:defRPr sz="750" b="1" i="0">
                <a:solidFill>
                  <a:srgbClr val="A9BBB5"/>
                </a:solidFill>
              </a:defRPr>
            </a:lvl3pPr>
            <a:lvl4pPr>
              <a:defRPr sz="750" b="1" i="0">
                <a:solidFill>
                  <a:srgbClr val="A9BBB5"/>
                </a:solidFill>
              </a:defRPr>
            </a:lvl4pPr>
            <a:lvl5pPr>
              <a:defRPr sz="750" b="1" i="0">
                <a:solidFill>
                  <a:srgbClr val="A9BBB5"/>
                </a:solidFill>
              </a:defRPr>
            </a:lvl5pPr>
            <a:lvl6pPr>
              <a:defRPr sz="750" b="1" i="0">
                <a:solidFill>
                  <a:srgbClr val="A9BBB5"/>
                </a:solidFill>
              </a:defRPr>
            </a:lvl6pPr>
            <a:lvl7pPr>
              <a:defRPr sz="750" b="1" i="0">
                <a:solidFill>
                  <a:srgbClr val="A9BBB5"/>
                </a:solidFill>
              </a:defRPr>
            </a:lvl7pPr>
            <a:lvl8pPr>
              <a:defRPr sz="750" b="1" i="0">
                <a:solidFill>
                  <a:srgbClr val="A9BBB5"/>
                </a:solidFill>
              </a:defRPr>
            </a:lvl8pPr>
            <a:lvl9pPr>
              <a:defRPr sz="750" b="1" i="0">
                <a:solidFill>
                  <a:srgbClr val="A9BBB5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A9BBB5"/>
                </a:solidFill>
              </a:defRPr>
            </a:pPr>
            <a:r>
              <a:rPr sz="750" b="1" i="0">
                <a:solidFill>
                  <a:srgbClr val="A9BBB5"/>
                </a:solidFill>
              </a:rPr>
              <a:t>ШЕШІМ / КӘСІПКЕР БАҚЫЛАУЫ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5BDA82-3C16-4604-81E2-518299C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</a:defRPr>
            </a:defPPr>
            <a:lvl1pPr>
              <a:defRPr sz="900" b="1" i="0">
                <a:solidFill>
                  <a:srgbClr val="FFFFFF"/>
                </a:solidFill>
              </a:defRPr>
            </a:lvl1pPr>
            <a:lvl2pPr>
              <a:defRPr sz="900" b="1" i="0">
                <a:solidFill>
                  <a:srgbClr val="FFFFFF"/>
                </a:solidFill>
              </a:defRPr>
            </a:lvl2pPr>
            <a:lvl3pPr>
              <a:defRPr sz="900" b="1" i="0">
                <a:solidFill>
                  <a:srgbClr val="FFFFFF"/>
                </a:solidFill>
              </a:defRPr>
            </a:lvl3pPr>
            <a:lvl4pPr>
              <a:defRPr sz="900" b="1" i="0">
                <a:solidFill>
                  <a:srgbClr val="FFFFFF"/>
                </a:solidFill>
              </a:defRPr>
            </a:lvl4pPr>
            <a:lvl5pPr>
              <a:defRPr sz="900" b="1" i="0">
                <a:solidFill>
                  <a:srgbClr val="FFFFFF"/>
                </a:solidFill>
              </a:defRPr>
            </a:lvl5pPr>
            <a:lvl6pPr>
              <a:defRPr sz="900" b="1" i="0">
                <a:solidFill>
                  <a:srgbClr val="FFFFFF"/>
                </a:solidFill>
              </a:defRPr>
            </a:lvl6pPr>
            <a:lvl7pPr>
              <a:defRPr sz="900" b="1" i="0">
                <a:solidFill>
                  <a:srgbClr val="FFFFFF"/>
                </a:solidFill>
              </a:defRPr>
            </a:lvl7pPr>
            <a:lvl8pPr>
              <a:defRPr sz="900" b="1" i="0">
                <a:solidFill>
                  <a:srgbClr val="FFFFFF"/>
                </a:solidFill>
              </a:defRPr>
            </a:lvl8pPr>
            <a:lvl9pPr>
              <a:defRPr sz="9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3370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E0AAE-2385-4334-957F-E0A9BB84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102B27"/>
                </a:solidFill>
              </a:defRPr>
            </a:defPPr>
            <a:lvl1pPr>
              <a:defRPr sz="2100" b="1" i="0">
                <a:solidFill>
                  <a:srgbClr val="102B27"/>
                </a:solidFill>
              </a:defRPr>
            </a:lvl1pPr>
            <a:lvl2pPr>
              <a:defRPr sz="2100" b="1" i="0">
                <a:solidFill>
                  <a:srgbClr val="102B27"/>
                </a:solidFill>
              </a:defRPr>
            </a:lvl2pPr>
            <a:lvl3pPr>
              <a:defRPr sz="2100" b="1" i="0">
                <a:solidFill>
                  <a:srgbClr val="102B27"/>
                </a:solidFill>
              </a:defRPr>
            </a:lvl3pPr>
            <a:lvl4pPr>
              <a:defRPr sz="2100" b="1" i="0">
                <a:solidFill>
                  <a:srgbClr val="102B27"/>
                </a:solidFill>
              </a:defRPr>
            </a:lvl4pPr>
            <a:lvl5pPr>
              <a:defRPr sz="2100" b="1" i="0">
                <a:solidFill>
                  <a:srgbClr val="102B27"/>
                </a:solidFill>
              </a:defRPr>
            </a:lvl5pPr>
            <a:lvl6pPr>
              <a:defRPr sz="2100" b="1" i="0">
                <a:solidFill>
                  <a:srgbClr val="102B27"/>
                </a:solidFill>
              </a:defRPr>
            </a:lvl6pPr>
            <a:lvl7pPr>
              <a:defRPr sz="2100" b="1" i="0">
                <a:solidFill>
                  <a:srgbClr val="102B27"/>
                </a:solidFill>
              </a:defRPr>
            </a:lvl7pPr>
            <a:lvl8pPr>
              <a:defRPr sz="2100" b="1" i="0">
                <a:solidFill>
                  <a:srgbClr val="102B27"/>
                </a:solidFill>
              </a:defRPr>
            </a:lvl8pPr>
            <a:lvl9pPr>
              <a:defRPr sz="21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02B27"/>
                </a:solidFill>
              </a:defRPr>
            </a:pPr>
            <a:r>
              <a:rPr sz="2100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D0504-22D5-4663-A11A-AF7F385E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3E35-35AF-43D4-AAD1-E22F2E6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48B7-42E8-40BC-B991-3BD3AB6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102B27"/>
                </a:solidFill>
              </a:defRPr>
            </a:defPPr>
            <a:lvl1pPr>
              <a:defRPr sz="3150" b="1" i="0">
                <a:solidFill>
                  <a:srgbClr val="102B27"/>
                </a:solidFill>
              </a:defRPr>
            </a:lvl1pPr>
            <a:lvl2pPr>
              <a:defRPr sz="3150" b="1" i="0">
                <a:solidFill>
                  <a:srgbClr val="102B27"/>
                </a:solidFill>
              </a:defRPr>
            </a:lvl2pPr>
            <a:lvl3pPr>
              <a:defRPr sz="3150" b="1" i="0">
                <a:solidFill>
                  <a:srgbClr val="102B27"/>
                </a:solidFill>
              </a:defRPr>
            </a:lvl3pPr>
            <a:lvl4pPr>
              <a:defRPr sz="3150" b="1" i="0">
                <a:solidFill>
                  <a:srgbClr val="102B27"/>
                </a:solidFill>
              </a:defRPr>
            </a:lvl4pPr>
            <a:lvl5pPr>
              <a:defRPr sz="3150" b="1" i="0">
                <a:solidFill>
                  <a:srgbClr val="102B27"/>
                </a:solidFill>
              </a:defRPr>
            </a:lvl5pPr>
            <a:lvl6pPr>
              <a:defRPr sz="3150" b="1" i="0">
                <a:solidFill>
                  <a:srgbClr val="102B27"/>
                </a:solidFill>
              </a:defRPr>
            </a:lvl6pPr>
            <a:lvl7pPr>
              <a:defRPr sz="3150" b="1" i="0">
                <a:solidFill>
                  <a:srgbClr val="102B27"/>
                </a:solidFill>
              </a:defRPr>
            </a:lvl7pPr>
            <a:lvl8pPr>
              <a:defRPr sz="3150" b="1" i="0">
                <a:solidFill>
                  <a:srgbClr val="102B27"/>
                </a:solidFill>
              </a:defRPr>
            </a:lvl8pPr>
            <a:lvl9pPr>
              <a:defRPr sz="31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102B27"/>
                </a:solidFill>
              </a:defRPr>
            </a:pPr>
            <a:r>
              <a:rPr sz="3150" b="1" i="0">
                <a:solidFill>
                  <a:srgbClr val="102B27"/>
                </a:solidFill>
              </a:rPr>
              <a:t>Жұмыс істейтін өнім дайын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68A20-F46E-4F6E-9212-40C6F20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8776E"/>
                </a:solidFill>
              </a:defRPr>
            </a:defPPr>
            <a:lvl1pPr>
              <a:defRPr sz="1425" b="0" i="0">
                <a:solidFill>
                  <a:srgbClr val="68776E"/>
                </a:solidFill>
              </a:defRPr>
            </a:lvl1pPr>
            <a:lvl2pPr>
              <a:defRPr sz="1425" b="0" i="0">
                <a:solidFill>
                  <a:srgbClr val="68776E"/>
                </a:solidFill>
              </a:defRPr>
            </a:lvl2pPr>
            <a:lvl3pPr>
              <a:defRPr sz="1425" b="0" i="0">
                <a:solidFill>
                  <a:srgbClr val="68776E"/>
                </a:solidFill>
              </a:defRPr>
            </a:lvl3pPr>
            <a:lvl4pPr>
              <a:defRPr sz="1425" b="0" i="0">
                <a:solidFill>
                  <a:srgbClr val="68776E"/>
                </a:solidFill>
              </a:defRPr>
            </a:lvl4pPr>
            <a:lvl5pPr>
              <a:defRPr sz="1425" b="0" i="0">
                <a:solidFill>
                  <a:srgbClr val="68776E"/>
                </a:solidFill>
              </a:defRPr>
            </a:lvl5pPr>
            <a:lvl6pPr>
              <a:defRPr sz="1425" b="0" i="0">
                <a:solidFill>
                  <a:srgbClr val="68776E"/>
                </a:solidFill>
              </a:defRPr>
            </a:lvl6pPr>
            <a:lvl7pPr>
              <a:defRPr sz="1425" b="0" i="0">
                <a:solidFill>
                  <a:srgbClr val="68776E"/>
                </a:solidFill>
              </a:defRPr>
            </a:lvl7pPr>
            <a:lvl8pPr>
              <a:defRPr sz="1425" b="0" i="0">
                <a:solidFill>
                  <a:srgbClr val="68776E"/>
                </a:solidFill>
              </a:defRPr>
            </a:lvl8pPr>
            <a:lvl9pPr>
              <a:defRPr sz="142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68776E"/>
                </a:solidFill>
              </a:defRPr>
            </a:pPr>
            <a:r>
              <a:rPr sz="1425" b="0" i="0">
                <a:solidFill>
                  <a:srgbClr val="68776E"/>
                </a:solidFill>
              </a:rPr>
              <a:t>Негізгі сценарийлер production сайтында ашық тексеріледі.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2E189-CB0B-4439-8BC6-18A58D6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4292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97E26-DC73-4B6C-BE90-D937B78FA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da4d41ee44cc"/>
          <a:srcRect xmlns:a="http://schemas.openxmlformats.org/drawingml/2006/main" l="2521" t="0" r="25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5238750" cy="3448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206CF-6DE0-4DFB-9147-5E3DBD4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55054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743C1-E051-48C0-BF60-29ECADBCE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ef78ea2a4feb"/>
          <a:srcRect xmlns:a="http://schemas.openxmlformats.org/drawingml/2006/main" l="0" t="40610" r="0" b="40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152650"/>
            <a:ext cx="5314950" cy="1504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7BED-3976-4046-9BEE-21A4C65A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5054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04C68-835F-4A42-8912-24BBBA8A2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9357371cc4748"/>
          <a:srcRect xmlns:a="http://schemas.openxmlformats.org/drawingml/2006/main" l="0" t="29267" r="0" b="29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95750"/>
            <a:ext cx="5314950" cy="1504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481FA-A9E3-4AF0-98D3-0661C12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102B27"/>
                </a:solidFill>
              </a:defRPr>
            </a:defPPr>
            <a:lvl1pPr>
              <a:defRPr sz="1050" b="1" i="0">
                <a:solidFill>
                  <a:srgbClr val="102B27"/>
                </a:solidFill>
              </a:defRPr>
            </a:lvl1pPr>
            <a:lvl2pPr>
              <a:defRPr sz="1050" b="1" i="0">
                <a:solidFill>
                  <a:srgbClr val="102B27"/>
                </a:solidFill>
              </a:defRPr>
            </a:lvl2pPr>
            <a:lvl3pPr>
              <a:defRPr sz="1050" b="1" i="0">
                <a:solidFill>
                  <a:srgbClr val="102B27"/>
                </a:solidFill>
              </a:defRPr>
            </a:lvl3pPr>
            <a:lvl4pPr>
              <a:defRPr sz="1050" b="1" i="0">
                <a:solidFill>
                  <a:srgbClr val="102B27"/>
                </a:solidFill>
              </a:defRPr>
            </a:lvl4pPr>
            <a:lvl5pPr>
              <a:defRPr sz="1050" b="1" i="0">
                <a:solidFill>
                  <a:srgbClr val="102B27"/>
                </a:solidFill>
              </a:defRPr>
            </a:lvl5pPr>
            <a:lvl6pPr>
              <a:defRPr sz="1050" b="1" i="0">
                <a:solidFill>
                  <a:srgbClr val="102B27"/>
                </a:solidFill>
              </a:defRPr>
            </a:lvl6pPr>
            <a:lvl7pPr>
              <a:defRPr sz="1050" b="1" i="0">
                <a:solidFill>
                  <a:srgbClr val="102B27"/>
                </a:solidFill>
              </a:defRPr>
            </a:lvl7pPr>
            <a:lvl8pPr>
              <a:defRPr sz="1050" b="1" i="0">
                <a:solidFill>
                  <a:srgbClr val="102B27"/>
                </a:solidFill>
              </a:defRPr>
            </a:lvl8pPr>
            <a:lvl9pPr>
              <a:defRPr sz="10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102B27"/>
                </a:solidFill>
              </a:defRPr>
            </a:pPr>
            <a:r>
              <a:rPr sz="1050" b="1" i="0">
                <a:solidFill>
                  <a:srgbClr val="102B27"/>
                </a:solidFill>
              </a:rPr>
              <a:t>01  Диагностика және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66BC7-48EB-4229-B472-9B2274C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102B27"/>
                </a:solidFill>
              </a:defRPr>
            </a:defPPr>
            <a:lvl1pPr>
              <a:defRPr sz="1050" b="1" i="0">
                <a:solidFill>
                  <a:srgbClr val="102B27"/>
                </a:solidFill>
              </a:defRPr>
            </a:lvl1pPr>
            <a:lvl2pPr>
              <a:defRPr sz="1050" b="1" i="0">
                <a:solidFill>
                  <a:srgbClr val="102B27"/>
                </a:solidFill>
              </a:defRPr>
            </a:lvl2pPr>
            <a:lvl3pPr>
              <a:defRPr sz="1050" b="1" i="0">
                <a:solidFill>
                  <a:srgbClr val="102B27"/>
                </a:solidFill>
              </a:defRPr>
            </a:lvl3pPr>
            <a:lvl4pPr>
              <a:defRPr sz="1050" b="1" i="0">
                <a:solidFill>
                  <a:srgbClr val="102B27"/>
                </a:solidFill>
              </a:defRPr>
            </a:lvl4pPr>
            <a:lvl5pPr>
              <a:defRPr sz="1050" b="1" i="0">
                <a:solidFill>
                  <a:srgbClr val="102B27"/>
                </a:solidFill>
              </a:defRPr>
            </a:lvl5pPr>
            <a:lvl6pPr>
              <a:defRPr sz="1050" b="1" i="0">
                <a:solidFill>
                  <a:srgbClr val="102B27"/>
                </a:solidFill>
              </a:defRPr>
            </a:lvl6pPr>
            <a:lvl7pPr>
              <a:defRPr sz="1050" b="1" i="0">
                <a:solidFill>
                  <a:srgbClr val="102B27"/>
                </a:solidFill>
              </a:defRPr>
            </a:lvl7pPr>
            <a:lvl8pPr>
              <a:defRPr sz="1050" b="1" i="0">
                <a:solidFill>
                  <a:srgbClr val="102B27"/>
                </a:solidFill>
              </a:defRPr>
            </a:lvl8pPr>
            <a:lvl9pPr>
              <a:defRPr sz="10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102B27"/>
                </a:solidFill>
              </a:defRPr>
            </a:pPr>
            <a:r>
              <a:rPr sz="1050" b="1" i="0">
                <a:solidFill>
                  <a:srgbClr val="102B27"/>
                </a:solidFill>
              </a:rPr>
              <a:t>02  Сату талдауы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F5527-DB7E-4274-96F3-9717CC8E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102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102B27"/>
                </a:solidFill>
              </a:defRPr>
            </a:defPPr>
            <a:lvl1pPr>
              <a:defRPr sz="1050" b="1" i="0">
                <a:solidFill>
                  <a:srgbClr val="102B27"/>
                </a:solidFill>
              </a:defRPr>
            </a:lvl1pPr>
            <a:lvl2pPr>
              <a:defRPr sz="1050" b="1" i="0">
                <a:solidFill>
                  <a:srgbClr val="102B27"/>
                </a:solidFill>
              </a:defRPr>
            </a:lvl2pPr>
            <a:lvl3pPr>
              <a:defRPr sz="1050" b="1" i="0">
                <a:solidFill>
                  <a:srgbClr val="102B27"/>
                </a:solidFill>
              </a:defRPr>
            </a:lvl3pPr>
            <a:lvl4pPr>
              <a:defRPr sz="1050" b="1" i="0">
                <a:solidFill>
                  <a:srgbClr val="102B27"/>
                </a:solidFill>
              </a:defRPr>
            </a:lvl4pPr>
            <a:lvl5pPr>
              <a:defRPr sz="1050" b="1" i="0">
                <a:solidFill>
                  <a:srgbClr val="102B27"/>
                </a:solidFill>
              </a:defRPr>
            </a:lvl5pPr>
            <a:lvl6pPr>
              <a:defRPr sz="1050" b="1" i="0">
                <a:solidFill>
                  <a:srgbClr val="102B27"/>
                </a:solidFill>
              </a:defRPr>
            </a:lvl6pPr>
            <a:lvl7pPr>
              <a:defRPr sz="1050" b="1" i="0">
                <a:solidFill>
                  <a:srgbClr val="102B27"/>
                </a:solidFill>
              </a:defRPr>
            </a:lvl7pPr>
            <a:lvl8pPr>
              <a:defRPr sz="1050" b="1" i="0">
                <a:solidFill>
                  <a:srgbClr val="102B27"/>
                </a:solidFill>
              </a:defRPr>
            </a:lvl8pPr>
            <a:lvl9pPr>
              <a:defRPr sz="10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102B27"/>
                </a:solidFill>
              </a:defRPr>
            </a:pPr>
            <a:r>
              <a:rPr sz="1050" b="1" i="0">
                <a:solidFill>
                  <a:srgbClr val="102B27"/>
                </a:solidFill>
              </a:rPr>
              <a:t>03  Әсер калькуляторы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7C34E-CB2A-4EAD-939E-799AF9A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F2FB7-9C36-4D3A-A2D8-C661D9D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68776E"/>
                </a:solidFill>
              </a:defRPr>
            </a:defPPr>
            <a:lvl1pPr>
              <a:defRPr sz="750" b="1" i="0">
                <a:solidFill>
                  <a:srgbClr val="68776E"/>
                </a:solidFill>
              </a:defRPr>
            </a:lvl1pPr>
            <a:lvl2pPr>
              <a:defRPr sz="750" b="1" i="0">
                <a:solidFill>
                  <a:srgbClr val="68776E"/>
                </a:solidFill>
              </a:defRPr>
            </a:lvl2pPr>
            <a:lvl3pPr>
              <a:defRPr sz="750" b="1" i="0">
                <a:solidFill>
                  <a:srgbClr val="68776E"/>
                </a:solidFill>
              </a:defRPr>
            </a:lvl3pPr>
            <a:lvl4pPr>
              <a:defRPr sz="750" b="1" i="0">
                <a:solidFill>
                  <a:srgbClr val="68776E"/>
                </a:solidFill>
              </a:defRPr>
            </a:lvl4pPr>
            <a:lvl5pPr>
              <a:defRPr sz="750" b="1" i="0">
                <a:solidFill>
                  <a:srgbClr val="68776E"/>
                </a:solidFill>
              </a:defRPr>
            </a:lvl5pPr>
            <a:lvl6pPr>
              <a:defRPr sz="750" b="1" i="0">
                <a:solidFill>
                  <a:srgbClr val="68776E"/>
                </a:solidFill>
              </a:defRPr>
            </a:lvl6pPr>
            <a:lvl7pPr>
              <a:defRPr sz="750" b="1" i="0">
                <a:solidFill>
                  <a:srgbClr val="68776E"/>
                </a:solidFill>
              </a:defRPr>
            </a:lvl7pPr>
            <a:lvl8pPr>
              <a:defRPr sz="750" b="1" i="0">
                <a:solidFill>
                  <a:srgbClr val="68776E"/>
                </a:solidFill>
              </a:defRPr>
            </a:lvl8pPr>
            <a:lvl9pPr>
              <a:defRPr sz="75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68776E"/>
                </a:solidFill>
              </a:defRPr>
            </a:pPr>
            <a:r>
              <a:rPr sz="750" b="1" i="0">
                <a:solidFill>
                  <a:srgbClr val="68776E"/>
                </a:solidFill>
              </a:rPr>
              <a:t>ӨНІМ / SANA-BUSINESS-AI.VERCEL.APP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E4C41-AADA-41A2-995D-A8CCC02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B27"/>
                </a:solidFill>
              </a:defRPr>
            </a:defPPr>
            <a:lvl1pPr>
              <a:defRPr sz="900" b="1" i="0">
                <a:solidFill>
                  <a:srgbClr val="102B27"/>
                </a:solidFill>
              </a:defRPr>
            </a:lvl1pPr>
            <a:lvl2pPr>
              <a:defRPr sz="900" b="1" i="0">
                <a:solidFill>
                  <a:srgbClr val="102B27"/>
                </a:solidFill>
              </a:defRPr>
            </a:lvl2pPr>
            <a:lvl3pPr>
              <a:defRPr sz="900" b="1" i="0">
                <a:solidFill>
                  <a:srgbClr val="102B27"/>
                </a:solidFill>
              </a:defRPr>
            </a:lvl3pPr>
            <a:lvl4pPr>
              <a:defRPr sz="900" b="1" i="0">
                <a:solidFill>
                  <a:srgbClr val="102B27"/>
                </a:solidFill>
              </a:defRPr>
            </a:lvl4pPr>
            <a:lvl5pPr>
              <a:defRPr sz="900" b="1" i="0">
                <a:solidFill>
                  <a:srgbClr val="102B27"/>
                </a:solidFill>
              </a:defRPr>
            </a:lvl5pPr>
            <a:lvl6pPr>
              <a:defRPr sz="900" b="1" i="0">
                <a:solidFill>
                  <a:srgbClr val="102B27"/>
                </a:solidFill>
              </a:defRPr>
            </a:lvl6pPr>
            <a:lvl7pPr>
              <a:defRPr sz="900" b="1" i="0">
                <a:solidFill>
                  <a:srgbClr val="102B27"/>
                </a:solidFill>
              </a:defRPr>
            </a:lvl7pPr>
            <a:lvl8pPr>
              <a:defRPr sz="900" b="1" i="0">
                <a:solidFill>
                  <a:srgbClr val="102B27"/>
                </a:solidFill>
              </a:defRPr>
            </a:lvl8pPr>
            <a:lvl9pPr>
              <a:defRPr sz="9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02B27"/>
                </a:solidFill>
              </a:defRPr>
            </a:pPr>
            <a:r>
              <a:rPr sz="900" b="1" i="0">
                <a:solidFill>
                  <a:srgbClr val="102B2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1772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5C941-AA06-4FF7-8259-803676676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a2b1c6f6495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E9DC1-2FE3-4778-919F-CAD1616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BF94-937B-4663-8FDE-8698736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8B4F7-5E74-4DCA-B722-5B1CDCBA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51993-45D6-4DCA-AF02-0341B3A3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BA3C1-29C9-4BCF-BFC9-5917F8F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58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</a:defRPr>
            </a:defPPr>
            <a:lvl1pPr>
              <a:defRPr sz="3150" b="1" i="0">
                <a:solidFill>
                  <a:srgbClr val="FFFFFF"/>
                </a:solidFill>
              </a:defRPr>
            </a:lvl1pPr>
            <a:lvl2pPr>
              <a:defRPr sz="3150" b="1" i="0">
                <a:solidFill>
                  <a:srgbClr val="FFFFFF"/>
                </a:solidFill>
              </a:defRPr>
            </a:lvl2pPr>
            <a:lvl3pPr>
              <a:defRPr sz="3150" b="1" i="0">
                <a:solidFill>
                  <a:srgbClr val="FFFFFF"/>
                </a:solidFill>
              </a:defRPr>
            </a:lvl3pPr>
            <a:lvl4pPr>
              <a:defRPr sz="3150" b="1" i="0">
                <a:solidFill>
                  <a:srgbClr val="FFFFFF"/>
                </a:solidFill>
              </a:defRPr>
            </a:lvl4pPr>
            <a:lvl5pPr>
              <a:defRPr sz="3150" b="1" i="0">
                <a:solidFill>
                  <a:srgbClr val="FFFFFF"/>
                </a:solidFill>
              </a:defRPr>
            </a:lvl5pPr>
            <a:lvl6pPr>
              <a:defRPr sz="3150" b="1" i="0">
                <a:solidFill>
                  <a:srgbClr val="FFFFFF"/>
                </a:solidFill>
              </a:defRPr>
            </a:lvl6pPr>
            <a:lvl7pPr>
              <a:defRPr sz="3150" b="1" i="0">
                <a:solidFill>
                  <a:srgbClr val="FFFFFF"/>
                </a:solidFill>
              </a:defRPr>
            </a:lvl7pPr>
            <a:lvl8pPr>
              <a:defRPr sz="3150" b="1" i="0">
                <a:solidFill>
                  <a:srgbClr val="FFFFFF"/>
                </a:solidFill>
              </a:defRPr>
            </a:lvl8pPr>
            <a:lvl9pPr>
              <a:defRPr sz="31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Тараз кәсіпкеріне бейімделген 6 сала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CA7A7-EEF8-413F-A328-F488D9C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C6D3CF"/>
                </a:solidFill>
              </a:defRPr>
            </a:defPPr>
            <a:lvl1pPr>
              <a:defRPr sz="1350" b="0" i="0">
                <a:solidFill>
                  <a:srgbClr val="C6D3CF"/>
                </a:solidFill>
              </a:defRPr>
            </a:lvl1pPr>
            <a:lvl2pPr>
              <a:defRPr sz="1350" b="0" i="0">
                <a:solidFill>
                  <a:srgbClr val="C6D3CF"/>
                </a:solidFill>
              </a:defRPr>
            </a:lvl2pPr>
            <a:lvl3pPr>
              <a:defRPr sz="1350" b="0" i="0">
                <a:solidFill>
                  <a:srgbClr val="C6D3CF"/>
                </a:solidFill>
              </a:defRPr>
            </a:lvl3pPr>
            <a:lvl4pPr>
              <a:defRPr sz="1350" b="0" i="0">
                <a:solidFill>
                  <a:srgbClr val="C6D3CF"/>
                </a:solidFill>
              </a:defRPr>
            </a:lvl4pPr>
            <a:lvl5pPr>
              <a:defRPr sz="1350" b="0" i="0">
                <a:solidFill>
                  <a:srgbClr val="C6D3CF"/>
                </a:solidFill>
              </a:defRPr>
            </a:lvl5pPr>
            <a:lvl6pPr>
              <a:defRPr sz="1350" b="0" i="0">
                <a:solidFill>
                  <a:srgbClr val="C6D3CF"/>
                </a:solidFill>
              </a:defRPr>
            </a:lvl6pPr>
            <a:lvl7pPr>
              <a:defRPr sz="1350" b="0" i="0">
                <a:solidFill>
                  <a:srgbClr val="C6D3CF"/>
                </a:solidFill>
              </a:defRPr>
            </a:lvl7pPr>
            <a:lvl8pPr>
              <a:defRPr sz="1350" b="0" i="0">
                <a:solidFill>
                  <a:srgbClr val="C6D3CF"/>
                </a:solidFill>
              </a:defRPr>
            </a:lvl8pPr>
            <a:lvl9pPr>
              <a:defRPr sz="1350" b="0" i="0">
                <a:solidFill>
                  <a:srgbClr val="C6D3CF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C6D3CF"/>
                </a:solidFill>
              </a:defRPr>
            </a:pPr>
            <a:r>
              <a:rPr sz="1350" b="0" i="0">
                <a:solidFill>
                  <a:srgbClr val="C6D3CF"/>
                </a:solidFill>
              </a:rPr>
              <a:t>Трек мақсатына тура келеді: табыс өсімі, шығынды азайту және күнделікті жұмысты автоматтандыру.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B818D-4148-492B-87DB-AC887D4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031B0-6349-4F92-B8E6-857AAB3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23C34"/>
                </a:solidFill>
              </a:defRPr>
            </a:defPPr>
            <a:lvl1pPr>
              <a:defRPr sz="1875" b="1" i="0">
                <a:solidFill>
                  <a:srgbClr val="123C34"/>
                </a:solidFill>
              </a:defRPr>
            </a:lvl1pPr>
            <a:lvl2pPr>
              <a:defRPr sz="1875" b="1" i="0">
                <a:solidFill>
                  <a:srgbClr val="123C34"/>
                </a:solidFill>
              </a:defRPr>
            </a:lvl2pPr>
            <a:lvl3pPr>
              <a:defRPr sz="1875" b="1" i="0">
                <a:solidFill>
                  <a:srgbClr val="123C34"/>
                </a:solidFill>
              </a:defRPr>
            </a:lvl3pPr>
            <a:lvl4pPr>
              <a:defRPr sz="1875" b="1" i="0">
                <a:solidFill>
                  <a:srgbClr val="123C34"/>
                </a:solidFill>
              </a:defRPr>
            </a:lvl4pPr>
            <a:lvl5pPr>
              <a:defRPr sz="1875" b="1" i="0">
                <a:solidFill>
                  <a:srgbClr val="123C34"/>
                </a:solidFill>
              </a:defRPr>
            </a:lvl5pPr>
            <a:lvl6pPr>
              <a:defRPr sz="1875" b="1" i="0">
                <a:solidFill>
                  <a:srgbClr val="123C34"/>
                </a:solidFill>
              </a:defRPr>
            </a:lvl6pPr>
            <a:lvl7pPr>
              <a:defRPr sz="1875" b="1" i="0">
                <a:solidFill>
                  <a:srgbClr val="123C34"/>
                </a:solidFill>
              </a:defRPr>
            </a:lvl7pPr>
            <a:lvl8pPr>
              <a:defRPr sz="1875" b="1" i="0">
                <a:solidFill>
                  <a:srgbClr val="123C34"/>
                </a:solidFill>
              </a:defRPr>
            </a:lvl8pPr>
            <a:lvl9pPr>
              <a:defRPr sz="187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123C34"/>
                </a:solidFill>
              </a:defRPr>
            </a:pPr>
            <a:r>
              <a:rPr sz="1875" b="1" i="0">
                <a:solidFill>
                  <a:srgbClr val="123C34"/>
                </a:solidFill>
              </a:rPr>
              <a:t>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9C621-C11D-4030-87C7-BB8286A8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Кафе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F5023-BECE-4D51-BB0F-BE49F17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29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3D777-B2A0-4D14-83D1-245A2B1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EC4E9A"/>
                </a:solidFill>
              </a:defRPr>
            </a:defPPr>
            <a:lvl1pPr>
              <a:defRPr sz="1875" b="1" i="0">
                <a:solidFill>
                  <a:srgbClr val="EC4E9A"/>
                </a:solidFill>
              </a:defRPr>
            </a:lvl1pPr>
            <a:lvl2pPr>
              <a:defRPr sz="1875" b="1" i="0">
                <a:solidFill>
                  <a:srgbClr val="EC4E9A"/>
                </a:solidFill>
              </a:defRPr>
            </a:lvl2pPr>
            <a:lvl3pPr>
              <a:defRPr sz="1875" b="1" i="0">
                <a:solidFill>
                  <a:srgbClr val="EC4E9A"/>
                </a:solidFill>
              </a:defRPr>
            </a:lvl3pPr>
            <a:lvl4pPr>
              <a:defRPr sz="1875" b="1" i="0">
                <a:solidFill>
                  <a:srgbClr val="EC4E9A"/>
                </a:solidFill>
              </a:defRPr>
            </a:lvl4pPr>
            <a:lvl5pPr>
              <a:defRPr sz="1875" b="1" i="0">
                <a:solidFill>
                  <a:srgbClr val="EC4E9A"/>
                </a:solidFill>
              </a:defRPr>
            </a:lvl5pPr>
            <a:lvl6pPr>
              <a:defRPr sz="1875" b="1" i="0">
                <a:solidFill>
                  <a:srgbClr val="EC4E9A"/>
                </a:solidFill>
              </a:defRPr>
            </a:lvl6pPr>
            <a:lvl7pPr>
              <a:defRPr sz="1875" b="1" i="0">
                <a:solidFill>
                  <a:srgbClr val="EC4E9A"/>
                </a:solidFill>
              </a:defRPr>
            </a:lvl7pPr>
            <a:lvl8pPr>
              <a:defRPr sz="1875" b="1" i="0">
                <a:solidFill>
                  <a:srgbClr val="EC4E9A"/>
                </a:solidFill>
              </a:defRPr>
            </a:lvl8pPr>
            <a:lvl9pPr>
              <a:defRPr sz="18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EC4E9A"/>
                </a:solidFill>
              </a:defRPr>
            </a:pPr>
            <a:r>
              <a:rPr sz="1875" b="1" i="0">
                <a:solidFill>
                  <a:srgbClr val="EC4E9A"/>
                </a:solidFill>
              </a:rPr>
              <a:t>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BFF78-3DA3-4515-B5D5-0A7CFFC8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Сауда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BFF56-4F35-4357-A8EC-54AA463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429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3151A-27F5-44C9-8FED-7E56E768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23C34"/>
                </a:solidFill>
              </a:defRPr>
            </a:defPPr>
            <a:lvl1pPr>
              <a:defRPr sz="1875" b="1" i="0">
                <a:solidFill>
                  <a:srgbClr val="123C34"/>
                </a:solidFill>
              </a:defRPr>
            </a:lvl1pPr>
            <a:lvl2pPr>
              <a:defRPr sz="1875" b="1" i="0">
                <a:solidFill>
                  <a:srgbClr val="123C34"/>
                </a:solidFill>
              </a:defRPr>
            </a:lvl2pPr>
            <a:lvl3pPr>
              <a:defRPr sz="1875" b="1" i="0">
                <a:solidFill>
                  <a:srgbClr val="123C34"/>
                </a:solidFill>
              </a:defRPr>
            </a:lvl3pPr>
            <a:lvl4pPr>
              <a:defRPr sz="1875" b="1" i="0">
                <a:solidFill>
                  <a:srgbClr val="123C34"/>
                </a:solidFill>
              </a:defRPr>
            </a:lvl4pPr>
            <a:lvl5pPr>
              <a:defRPr sz="1875" b="1" i="0">
                <a:solidFill>
                  <a:srgbClr val="123C34"/>
                </a:solidFill>
              </a:defRPr>
            </a:lvl5pPr>
            <a:lvl6pPr>
              <a:defRPr sz="1875" b="1" i="0">
                <a:solidFill>
                  <a:srgbClr val="123C34"/>
                </a:solidFill>
              </a:defRPr>
            </a:lvl6pPr>
            <a:lvl7pPr>
              <a:defRPr sz="1875" b="1" i="0">
                <a:solidFill>
                  <a:srgbClr val="123C34"/>
                </a:solidFill>
              </a:defRPr>
            </a:lvl7pPr>
            <a:lvl8pPr>
              <a:defRPr sz="1875" b="1" i="0">
                <a:solidFill>
                  <a:srgbClr val="123C34"/>
                </a:solidFill>
              </a:defRPr>
            </a:lvl8pPr>
            <a:lvl9pPr>
              <a:defRPr sz="187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123C34"/>
                </a:solidFill>
              </a:defRPr>
            </a:pPr>
            <a:r>
              <a:rPr sz="1875" b="1" i="0">
                <a:solidFill>
                  <a:srgbClr val="123C34"/>
                </a:solidFill>
              </a:rPr>
              <a:t>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56FF9-291A-416F-B9E1-02BD982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Сұлулық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C801A-2921-407E-91EC-51D877E5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29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DD44A-7EA0-4E23-AFDF-5511EF40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EC4E9A"/>
                </a:solidFill>
              </a:defRPr>
            </a:defPPr>
            <a:lvl1pPr>
              <a:defRPr sz="1875" b="1" i="0">
                <a:solidFill>
                  <a:srgbClr val="EC4E9A"/>
                </a:solidFill>
              </a:defRPr>
            </a:lvl1pPr>
            <a:lvl2pPr>
              <a:defRPr sz="1875" b="1" i="0">
                <a:solidFill>
                  <a:srgbClr val="EC4E9A"/>
                </a:solidFill>
              </a:defRPr>
            </a:lvl2pPr>
            <a:lvl3pPr>
              <a:defRPr sz="1875" b="1" i="0">
                <a:solidFill>
                  <a:srgbClr val="EC4E9A"/>
                </a:solidFill>
              </a:defRPr>
            </a:lvl3pPr>
            <a:lvl4pPr>
              <a:defRPr sz="1875" b="1" i="0">
                <a:solidFill>
                  <a:srgbClr val="EC4E9A"/>
                </a:solidFill>
              </a:defRPr>
            </a:lvl4pPr>
            <a:lvl5pPr>
              <a:defRPr sz="1875" b="1" i="0">
                <a:solidFill>
                  <a:srgbClr val="EC4E9A"/>
                </a:solidFill>
              </a:defRPr>
            </a:lvl5pPr>
            <a:lvl6pPr>
              <a:defRPr sz="1875" b="1" i="0">
                <a:solidFill>
                  <a:srgbClr val="EC4E9A"/>
                </a:solidFill>
              </a:defRPr>
            </a:lvl6pPr>
            <a:lvl7pPr>
              <a:defRPr sz="1875" b="1" i="0">
                <a:solidFill>
                  <a:srgbClr val="EC4E9A"/>
                </a:solidFill>
              </a:defRPr>
            </a:lvl7pPr>
            <a:lvl8pPr>
              <a:defRPr sz="1875" b="1" i="0">
                <a:solidFill>
                  <a:srgbClr val="EC4E9A"/>
                </a:solidFill>
              </a:defRPr>
            </a:lvl8pPr>
            <a:lvl9pPr>
              <a:defRPr sz="18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EC4E9A"/>
                </a:solidFill>
              </a:defRPr>
            </a:pPr>
            <a:r>
              <a:rPr sz="1875" b="1" i="0">
                <a:solidFill>
                  <a:srgbClr val="EC4E9A"/>
                </a:solidFill>
              </a:rPr>
              <a:t>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70C17-D7B3-463B-BFDD-45D4127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Қызмет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FCC19-BC48-4560-AFD4-20A640EA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29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CE596-9E00-452A-A753-B16D12E5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23C34"/>
                </a:solidFill>
              </a:defRPr>
            </a:defPPr>
            <a:lvl1pPr>
              <a:defRPr sz="1875" b="1" i="0">
                <a:solidFill>
                  <a:srgbClr val="123C34"/>
                </a:solidFill>
              </a:defRPr>
            </a:lvl1pPr>
            <a:lvl2pPr>
              <a:defRPr sz="1875" b="1" i="0">
                <a:solidFill>
                  <a:srgbClr val="123C34"/>
                </a:solidFill>
              </a:defRPr>
            </a:lvl2pPr>
            <a:lvl3pPr>
              <a:defRPr sz="1875" b="1" i="0">
                <a:solidFill>
                  <a:srgbClr val="123C34"/>
                </a:solidFill>
              </a:defRPr>
            </a:lvl3pPr>
            <a:lvl4pPr>
              <a:defRPr sz="1875" b="1" i="0">
                <a:solidFill>
                  <a:srgbClr val="123C34"/>
                </a:solidFill>
              </a:defRPr>
            </a:lvl4pPr>
            <a:lvl5pPr>
              <a:defRPr sz="1875" b="1" i="0">
                <a:solidFill>
                  <a:srgbClr val="123C34"/>
                </a:solidFill>
              </a:defRPr>
            </a:lvl5pPr>
            <a:lvl6pPr>
              <a:defRPr sz="1875" b="1" i="0">
                <a:solidFill>
                  <a:srgbClr val="123C34"/>
                </a:solidFill>
              </a:defRPr>
            </a:lvl6pPr>
            <a:lvl7pPr>
              <a:defRPr sz="1875" b="1" i="0">
                <a:solidFill>
                  <a:srgbClr val="123C34"/>
                </a:solidFill>
              </a:defRPr>
            </a:lvl7pPr>
            <a:lvl8pPr>
              <a:defRPr sz="1875" b="1" i="0">
                <a:solidFill>
                  <a:srgbClr val="123C34"/>
                </a:solidFill>
              </a:defRPr>
            </a:lvl8pPr>
            <a:lvl9pPr>
              <a:defRPr sz="187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123C34"/>
                </a:solidFill>
              </a:defRPr>
            </a:pPr>
            <a:r>
              <a:rPr sz="1875" b="1" i="0">
                <a:solidFill>
                  <a:srgbClr val="123C34"/>
                </a:solidFill>
              </a:rPr>
              <a:t>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BCAC2-8CC5-48B7-BBDD-C30ACF76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Агро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947AE-B69D-4B87-A8D9-52066DE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429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06F93-030A-4456-963B-7AF00CA7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911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EC4E9A"/>
                </a:solidFill>
              </a:defRPr>
            </a:defPPr>
            <a:lvl1pPr>
              <a:defRPr sz="1875" b="1" i="0">
                <a:solidFill>
                  <a:srgbClr val="EC4E9A"/>
                </a:solidFill>
              </a:defRPr>
            </a:lvl1pPr>
            <a:lvl2pPr>
              <a:defRPr sz="1875" b="1" i="0">
                <a:solidFill>
                  <a:srgbClr val="EC4E9A"/>
                </a:solidFill>
              </a:defRPr>
            </a:lvl2pPr>
            <a:lvl3pPr>
              <a:defRPr sz="1875" b="1" i="0">
                <a:solidFill>
                  <a:srgbClr val="EC4E9A"/>
                </a:solidFill>
              </a:defRPr>
            </a:lvl3pPr>
            <a:lvl4pPr>
              <a:defRPr sz="1875" b="1" i="0">
                <a:solidFill>
                  <a:srgbClr val="EC4E9A"/>
                </a:solidFill>
              </a:defRPr>
            </a:lvl4pPr>
            <a:lvl5pPr>
              <a:defRPr sz="1875" b="1" i="0">
                <a:solidFill>
                  <a:srgbClr val="EC4E9A"/>
                </a:solidFill>
              </a:defRPr>
            </a:lvl5pPr>
            <a:lvl6pPr>
              <a:defRPr sz="1875" b="1" i="0">
                <a:solidFill>
                  <a:srgbClr val="EC4E9A"/>
                </a:solidFill>
              </a:defRPr>
            </a:lvl6pPr>
            <a:lvl7pPr>
              <a:defRPr sz="1875" b="1" i="0">
                <a:solidFill>
                  <a:srgbClr val="EC4E9A"/>
                </a:solidFill>
              </a:defRPr>
            </a:lvl7pPr>
            <a:lvl8pPr>
              <a:defRPr sz="1875" b="1" i="0">
                <a:solidFill>
                  <a:srgbClr val="EC4E9A"/>
                </a:solidFill>
              </a:defRPr>
            </a:lvl8pPr>
            <a:lvl9pPr>
              <a:defRPr sz="18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EC4E9A"/>
                </a:solidFill>
              </a:defRPr>
            </a:pPr>
            <a:r>
              <a:rPr sz="1875" b="1" i="0">
                <a:solidFill>
                  <a:srgbClr val="EC4E9A"/>
                </a:solidFill>
              </a:rPr>
              <a:t>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9437B-B13E-4132-BA95-47481C36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9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Туризм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64295-6AA9-4063-B584-D0FC786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532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 i="0">
                <a:solidFill>
                  <a:srgbClr val="68776E"/>
                </a:solidFill>
              </a:defRPr>
            </a:defPPr>
            <a:lvl1pPr>
              <a:defRPr sz="675" b="0" i="0">
                <a:solidFill>
                  <a:srgbClr val="68776E"/>
                </a:solidFill>
              </a:defRPr>
            </a:lvl1pPr>
            <a:lvl2pPr>
              <a:defRPr sz="675" b="0" i="0">
                <a:solidFill>
                  <a:srgbClr val="68776E"/>
                </a:solidFill>
              </a:defRPr>
            </a:lvl2pPr>
            <a:lvl3pPr>
              <a:defRPr sz="675" b="0" i="0">
                <a:solidFill>
                  <a:srgbClr val="68776E"/>
                </a:solidFill>
              </a:defRPr>
            </a:lvl3pPr>
            <a:lvl4pPr>
              <a:defRPr sz="675" b="0" i="0">
                <a:solidFill>
                  <a:srgbClr val="68776E"/>
                </a:solidFill>
              </a:defRPr>
            </a:lvl4pPr>
            <a:lvl5pPr>
              <a:defRPr sz="675" b="0" i="0">
                <a:solidFill>
                  <a:srgbClr val="68776E"/>
                </a:solidFill>
              </a:defRPr>
            </a:lvl5pPr>
            <a:lvl6pPr>
              <a:defRPr sz="675" b="0" i="0">
                <a:solidFill>
                  <a:srgbClr val="68776E"/>
                </a:solidFill>
              </a:defRPr>
            </a:lvl6pPr>
            <a:lvl7pPr>
              <a:defRPr sz="675" b="0" i="0">
                <a:solidFill>
                  <a:srgbClr val="68776E"/>
                </a:solidFill>
              </a:defRPr>
            </a:lvl7pPr>
            <a:lvl8pPr>
              <a:defRPr sz="675" b="0" i="0">
                <a:solidFill>
                  <a:srgbClr val="68776E"/>
                </a:solidFill>
              </a:defRPr>
            </a:lvl8pPr>
            <a:lvl9pPr>
              <a:defRPr sz="6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675" b="0" i="0">
                <a:solidFill>
                  <a:srgbClr val="68776E"/>
                </a:solidFill>
              </a:defRPr>
            </a:pPr>
            <a:r>
              <a:rPr sz="675" b="0" i="0">
                <a:solidFill>
                  <a:srgbClr val="68776E"/>
                </a:solidFill>
              </a:rPr>
              <a:t>Иллюстрациялық фото</a:t>
            </a:r>
          </a:p>
        </p:txBody>
      </p:sp>
    </p:spTree>
    <p:extLst>
      <p:ext uri="{BB962C8B-B14F-4D97-AF65-F5344CB8AC3E}">
        <p14:creationId xmlns:p14="http://schemas.microsoft.com/office/powerpoint/2010/main" val="1515250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FF161-30BC-4AB2-8B68-965BE2F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11CE0-024E-4FEF-8D0B-BA0085EB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04B27-6A61-4BDF-AF88-8A9F396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8E7F-FBE1-42ED-B998-0D7DD5F5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</a:defRPr>
            </a:defPPr>
            <a:lvl1pPr>
              <a:defRPr sz="3150" b="1" i="0">
                <a:solidFill>
                  <a:srgbClr val="FFFFFF"/>
                </a:solidFill>
              </a:defRPr>
            </a:lvl1pPr>
            <a:lvl2pPr>
              <a:defRPr sz="3150" b="1" i="0">
                <a:solidFill>
                  <a:srgbClr val="FFFFFF"/>
                </a:solidFill>
              </a:defRPr>
            </a:lvl2pPr>
            <a:lvl3pPr>
              <a:defRPr sz="3150" b="1" i="0">
                <a:solidFill>
                  <a:srgbClr val="FFFFFF"/>
                </a:solidFill>
              </a:defRPr>
            </a:lvl3pPr>
            <a:lvl4pPr>
              <a:defRPr sz="3150" b="1" i="0">
                <a:solidFill>
                  <a:srgbClr val="FFFFFF"/>
                </a:solidFill>
              </a:defRPr>
            </a:lvl4pPr>
            <a:lvl5pPr>
              <a:defRPr sz="3150" b="1" i="0">
                <a:solidFill>
                  <a:srgbClr val="FFFFFF"/>
                </a:solidFill>
              </a:defRPr>
            </a:lvl5pPr>
            <a:lvl6pPr>
              <a:defRPr sz="3150" b="1" i="0">
                <a:solidFill>
                  <a:srgbClr val="FFFFFF"/>
                </a:solidFill>
              </a:defRPr>
            </a:lvl6pPr>
            <a:lvl7pPr>
              <a:defRPr sz="3150" b="1" i="0">
                <a:solidFill>
                  <a:srgbClr val="FFFFFF"/>
                </a:solidFill>
              </a:defRPr>
            </a:lvl7pPr>
            <a:lvl8pPr>
              <a:defRPr sz="3150" b="1" i="0">
                <a:solidFill>
                  <a:srgbClr val="FFFFFF"/>
                </a:solidFill>
              </a:defRPr>
            </a:lvl8pPr>
            <a:lvl9pPr>
              <a:defRPr sz="31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Нәтиже теңгемен және сағатпен есептеледі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EFA63-05E4-4E02-8B9E-58734CD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B9C7C2"/>
                </a:solidFill>
              </a:defRPr>
            </a:defPPr>
            <a:lvl1pPr>
              <a:defRPr sz="1425" b="0" i="0">
                <a:solidFill>
                  <a:srgbClr val="B9C7C2"/>
                </a:solidFill>
              </a:defRPr>
            </a:lvl1pPr>
            <a:lvl2pPr>
              <a:defRPr sz="1425" b="0" i="0">
                <a:solidFill>
                  <a:srgbClr val="B9C7C2"/>
                </a:solidFill>
              </a:defRPr>
            </a:lvl2pPr>
            <a:lvl3pPr>
              <a:defRPr sz="1425" b="0" i="0">
                <a:solidFill>
                  <a:srgbClr val="B9C7C2"/>
                </a:solidFill>
              </a:defRPr>
            </a:lvl3pPr>
            <a:lvl4pPr>
              <a:defRPr sz="1425" b="0" i="0">
                <a:solidFill>
                  <a:srgbClr val="B9C7C2"/>
                </a:solidFill>
              </a:defRPr>
            </a:lvl4pPr>
            <a:lvl5pPr>
              <a:defRPr sz="1425" b="0" i="0">
                <a:solidFill>
                  <a:srgbClr val="B9C7C2"/>
                </a:solidFill>
              </a:defRPr>
            </a:lvl5pPr>
            <a:lvl6pPr>
              <a:defRPr sz="1425" b="0" i="0">
                <a:solidFill>
                  <a:srgbClr val="B9C7C2"/>
                </a:solidFill>
              </a:defRPr>
            </a:lvl6pPr>
            <a:lvl7pPr>
              <a:defRPr sz="1425" b="0" i="0">
                <a:solidFill>
                  <a:srgbClr val="B9C7C2"/>
                </a:solidFill>
              </a:defRPr>
            </a:lvl7pPr>
            <a:lvl8pPr>
              <a:defRPr sz="1425" b="0" i="0">
                <a:solidFill>
                  <a:srgbClr val="B9C7C2"/>
                </a:solidFill>
              </a:defRPr>
            </a:lvl8pPr>
            <a:lvl9pPr>
              <a:defRPr sz="1425" b="0" i="0">
                <a:solidFill>
                  <a:srgbClr val="B9C7C2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B9C7C2"/>
                </a:solidFill>
              </a:defRPr>
            </a:pPr>
            <a:r>
              <a:rPr sz="1425" b="0" i="0">
                <a:solidFill>
                  <a:srgbClr val="B9C7C2"/>
                </a:solidFill>
              </a:rPr>
              <a:t>Көрсеткіштер бастапқы мән мен пилот фактісін бірдей кезеңде салыстырады.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6B993-230C-4569-8B1B-F8C2BA8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38862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2D5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216F0-9EFF-4878-82BF-4F79E2D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4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CCA17-643A-4EA0-8EA4-A3294A8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431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 i="0">
                <a:solidFill>
                  <a:srgbClr val="FFFFFF"/>
                </a:solidFill>
              </a:defRPr>
            </a:defPPr>
            <a:lvl1pPr>
              <a:defRPr sz="825" b="1" i="0">
                <a:solidFill>
                  <a:srgbClr val="FFFFFF"/>
                </a:solidFill>
              </a:defRPr>
            </a:lvl1pPr>
            <a:lvl2pPr>
              <a:defRPr sz="825" b="1" i="0">
                <a:solidFill>
                  <a:srgbClr val="FFFFFF"/>
                </a:solidFill>
              </a:defRPr>
            </a:lvl2pPr>
            <a:lvl3pPr>
              <a:defRPr sz="825" b="1" i="0">
                <a:solidFill>
                  <a:srgbClr val="FFFFFF"/>
                </a:solidFill>
              </a:defRPr>
            </a:lvl3pPr>
            <a:lvl4pPr>
              <a:defRPr sz="825" b="1" i="0">
                <a:solidFill>
                  <a:srgbClr val="FFFFFF"/>
                </a:solidFill>
              </a:defRPr>
            </a:lvl4pPr>
            <a:lvl5pPr>
              <a:defRPr sz="825" b="1" i="0">
                <a:solidFill>
                  <a:srgbClr val="FFFFFF"/>
                </a:solidFill>
              </a:defRPr>
            </a:lvl5pPr>
            <a:lvl6pPr>
              <a:defRPr sz="825" b="1" i="0">
                <a:solidFill>
                  <a:srgbClr val="FFFFFF"/>
                </a:solidFill>
              </a:defRPr>
            </a:lvl6pPr>
            <a:lvl7pPr>
              <a:defRPr sz="825" b="1" i="0">
                <a:solidFill>
                  <a:srgbClr val="FFFFFF"/>
                </a:solidFill>
              </a:defRPr>
            </a:lvl7pPr>
            <a:lvl8pPr>
              <a:defRPr sz="825" b="1" i="0">
                <a:solidFill>
                  <a:srgbClr val="FFFFFF"/>
                </a:solidFill>
              </a:defRPr>
            </a:lvl8pPr>
            <a:lvl9pPr>
              <a:defRPr sz="8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ДЕМО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D3C84-F79E-4EB2-B47E-18E757D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 i="0">
                <a:solidFill>
                  <a:srgbClr val="C7F45A"/>
                </a:solidFill>
              </a:defRPr>
            </a:defPPr>
            <a:lvl1pPr>
              <a:defRPr sz="3750" b="1" i="0">
                <a:solidFill>
                  <a:srgbClr val="C7F45A"/>
                </a:solidFill>
              </a:defRPr>
            </a:lvl1pPr>
            <a:lvl2pPr>
              <a:defRPr sz="3750" b="1" i="0">
                <a:solidFill>
                  <a:srgbClr val="C7F45A"/>
                </a:solidFill>
              </a:defRPr>
            </a:lvl2pPr>
            <a:lvl3pPr>
              <a:defRPr sz="3750" b="1" i="0">
                <a:solidFill>
                  <a:srgbClr val="C7F45A"/>
                </a:solidFill>
              </a:defRPr>
            </a:lvl3pPr>
            <a:lvl4pPr>
              <a:defRPr sz="3750" b="1" i="0">
                <a:solidFill>
                  <a:srgbClr val="C7F45A"/>
                </a:solidFill>
              </a:defRPr>
            </a:lvl4pPr>
            <a:lvl5pPr>
              <a:defRPr sz="3750" b="1" i="0">
                <a:solidFill>
                  <a:srgbClr val="C7F45A"/>
                </a:solidFill>
              </a:defRPr>
            </a:lvl5pPr>
            <a:lvl6pPr>
              <a:defRPr sz="3750" b="1" i="0">
                <a:solidFill>
                  <a:srgbClr val="C7F45A"/>
                </a:solidFill>
              </a:defRPr>
            </a:lvl6pPr>
            <a:lvl7pPr>
              <a:defRPr sz="3750" b="1" i="0">
                <a:solidFill>
                  <a:srgbClr val="C7F45A"/>
                </a:solidFill>
              </a:defRPr>
            </a:lvl7pPr>
            <a:lvl8pPr>
              <a:defRPr sz="3750" b="1" i="0">
                <a:solidFill>
                  <a:srgbClr val="C7F45A"/>
                </a:solidFill>
              </a:defRPr>
            </a:lvl8pPr>
            <a:lvl9pPr>
              <a:defRPr sz="375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3750" b="1" i="0">
                <a:solidFill>
                  <a:srgbClr val="C7F45A"/>
                </a:solidFill>
              </a:defRPr>
            </a:pPr>
            <a:r>
              <a:rPr sz="3750" b="1" i="0">
                <a:solidFill>
                  <a:srgbClr val="C7F45A"/>
                </a:solidFill>
              </a:rPr>
              <a:t>+85 500 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25A03-1F1F-4D37-A50D-DBAD2B8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FFFFFF"/>
                </a:solidFill>
              </a:defRPr>
            </a:defPPr>
            <a:lvl1pPr>
              <a:defRPr sz="1350" b="1" i="0">
                <a:solidFill>
                  <a:srgbClr val="FFFFFF"/>
                </a:solidFill>
              </a:defRPr>
            </a:lvl1pPr>
            <a:lvl2pPr>
              <a:defRPr sz="1350" b="1" i="0">
                <a:solidFill>
                  <a:srgbClr val="FFFFFF"/>
                </a:solidFill>
              </a:defRPr>
            </a:lvl2pPr>
            <a:lvl3pPr>
              <a:defRPr sz="1350" b="1" i="0">
                <a:solidFill>
                  <a:srgbClr val="FFFFFF"/>
                </a:solidFill>
              </a:defRPr>
            </a:lvl3pPr>
            <a:lvl4pPr>
              <a:defRPr sz="1350" b="1" i="0">
                <a:solidFill>
                  <a:srgbClr val="FFFFFF"/>
                </a:solidFill>
              </a:defRPr>
            </a:lvl4pPr>
            <a:lvl5pPr>
              <a:defRPr sz="1350" b="1" i="0">
                <a:solidFill>
                  <a:srgbClr val="FFFFFF"/>
                </a:solidFill>
              </a:defRPr>
            </a:lvl5pPr>
            <a:lvl6pPr>
              <a:defRPr sz="1350" b="1" i="0">
                <a:solidFill>
                  <a:srgbClr val="FFFFFF"/>
                </a:solidFill>
              </a:defRPr>
            </a:lvl6pPr>
            <a:lvl7pPr>
              <a:defRPr sz="1350" b="1" i="0">
                <a:solidFill>
                  <a:srgbClr val="FFFFFF"/>
                </a:solidFill>
              </a:defRPr>
            </a:lvl7pPr>
            <a:lvl8pPr>
              <a:defRPr sz="1350" b="1" i="0">
                <a:solidFill>
                  <a:srgbClr val="FFFFFF"/>
                </a:solidFill>
              </a:defRPr>
            </a:lvl8pPr>
            <a:lvl9pPr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айлық есептік ақшалай әсер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CE38-CE05-4841-9FD0-8C37F027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C2D0CB"/>
                </a:solidFill>
              </a:defRPr>
            </a:defPPr>
            <a:lvl1pPr>
              <a:defRPr sz="1275" b="0" i="0">
                <a:solidFill>
                  <a:srgbClr val="C2D0CB"/>
                </a:solidFill>
              </a:defRPr>
            </a:lvl1pPr>
            <a:lvl2pPr>
              <a:defRPr sz="1275" b="0" i="0">
                <a:solidFill>
                  <a:srgbClr val="C2D0CB"/>
                </a:solidFill>
              </a:defRPr>
            </a:lvl2pPr>
            <a:lvl3pPr>
              <a:defRPr sz="1275" b="0" i="0">
                <a:solidFill>
                  <a:srgbClr val="C2D0CB"/>
                </a:solidFill>
              </a:defRPr>
            </a:lvl3pPr>
            <a:lvl4pPr>
              <a:defRPr sz="1275" b="0" i="0">
                <a:solidFill>
                  <a:srgbClr val="C2D0CB"/>
                </a:solidFill>
              </a:defRPr>
            </a:lvl4pPr>
            <a:lvl5pPr>
              <a:defRPr sz="1275" b="0" i="0">
                <a:solidFill>
                  <a:srgbClr val="C2D0CB"/>
                </a:solidFill>
              </a:defRPr>
            </a:lvl5pPr>
            <a:lvl6pPr>
              <a:defRPr sz="1275" b="0" i="0">
                <a:solidFill>
                  <a:srgbClr val="C2D0CB"/>
                </a:solidFill>
              </a:defRPr>
            </a:lvl6pPr>
            <a:lvl7pPr>
              <a:defRPr sz="1275" b="0" i="0">
                <a:solidFill>
                  <a:srgbClr val="C2D0CB"/>
                </a:solidFill>
              </a:defRPr>
            </a:lvl7pPr>
            <a:lvl8pPr>
              <a:defRPr sz="1275" b="0" i="0">
                <a:solidFill>
                  <a:srgbClr val="C2D0CB"/>
                </a:solidFill>
              </a:defRPr>
            </a:lvl8pPr>
            <a:lvl9pPr>
              <a:defRPr sz="1275" b="0" i="0">
                <a:solidFill>
                  <a:srgbClr val="C2D0CB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C2D0CB"/>
                </a:solidFill>
              </a:defRPr>
            </a:pPr>
            <a:r>
              <a:rPr sz="1275" b="0" i="0">
                <a:solidFill>
                  <a:srgbClr val="C2D0CB"/>
                </a:solidFill>
              </a:rPr>
              <a:t>Өсу пайдасы мен шығын үнемі қосылады. Құралдың айлық құны шегеріледі.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8D3B1251-3AC0-41A3-92F1-21E4E9E936F6}"/>
              </a:ext>
            </a:extLst>
          </p:cNvPr>
          <p:cNvGraphicFramePr/>
          <p:nvPr/>
        </p:nvGraphicFramePr>
        <p:xfrm>
          <a:off xmlns:a="http://schemas.openxmlformats.org/drawingml/2006/main" x="4895850" y="2114550"/>
          <a:ext xmlns:a="http://schemas.openxmlformats.org/drawingml/2006/main" cx="67818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c48a96c6db471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4887A-7566-45B0-810D-C81BA97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1,8 ай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CA528-B076-4702-BA8F-81A6B208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іске қосу шығынының өтелуі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4D518-A4A8-4E04-A631-A82D25E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3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43D7DF"/>
                </a:solidFill>
              </a:defRPr>
            </a:defPPr>
            <a:lvl1pPr>
              <a:defRPr sz="2175" b="1" i="0">
                <a:solidFill>
                  <a:srgbClr val="43D7DF"/>
                </a:solidFill>
              </a:defRPr>
            </a:lvl1pPr>
            <a:lvl2pPr>
              <a:defRPr sz="2175" b="1" i="0">
                <a:solidFill>
                  <a:srgbClr val="43D7DF"/>
                </a:solidFill>
              </a:defRPr>
            </a:lvl2pPr>
            <a:lvl3pPr>
              <a:defRPr sz="2175" b="1" i="0">
                <a:solidFill>
                  <a:srgbClr val="43D7DF"/>
                </a:solidFill>
              </a:defRPr>
            </a:lvl3pPr>
            <a:lvl4pPr>
              <a:defRPr sz="2175" b="1" i="0">
                <a:solidFill>
                  <a:srgbClr val="43D7DF"/>
                </a:solidFill>
              </a:defRPr>
            </a:lvl4pPr>
            <a:lvl5pPr>
              <a:defRPr sz="2175" b="1" i="0">
                <a:solidFill>
                  <a:srgbClr val="43D7DF"/>
                </a:solidFill>
              </a:defRPr>
            </a:lvl5pPr>
            <a:lvl6pPr>
              <a:defRPr sz="2175" b="1" i="0">
                <a:solidFill>
                  <a:srgbClr val="43D7DF"/>
                </a:solidFill>
              </a:defRPr>
            </a:lvl6pPr>
            <a:lvl7pPr>
              <a:defRPr sz="2175" b="1" i="0">
                <a:solidFill>
                  <a:srgbClr val="43D7DF"/>
                </a:solidFill>
              </a:defRPr>
            </a:lvl7pPr>
            <a:lvl8pPr>
              <a:defRPr sz="2175" b="1" i="0">
                <a:solidFill>
                  <a:srgbClr val="43D7DF"/>
                </a:solidFill>
              </a:defRPr>
            </a:lvl8pPr>
            <a:lvl9pPr>
              <a:defRPr sz="21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43D7DF"/>
                </a:solidFill>
              </a:defRPr>
            </a:pPr>
            <a:r>
              <a:rPr sz="2175" b="1" i="0">
                <a:solidFill>
                  <a:srgbClr val="43D7DF"/>
                </a:solidFill>
              </a:rPr>
              <a:t>43,3 сағ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16823-0C6F-40ED-82D6-AF0FBC4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00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команда уақыты / ай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D3B8D-42E4-482A-BBEA-5DCD43A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876 000 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43998-CD5E-4F9D-B8F0-6F00FA9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00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жылдық әсер, іске қосудан кейін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AD9BB-BFD9-435E-9061-737A6F1D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95AAA2"/>
                </a:solidFill>
              </a:defRPr>
            </a:defPPr>
            <a:lvl1pPr>
              <a:defRPr sz="900" b="0" i="0">
                <a:solidFill>
                  <a:srgbClr val="95AAA2"/>
                </a:solidFill>
              </a:defRPr>
            </a:lvl1pPr>
            <a:lvl2pPr>
              <a:defRPr sz="900" b="0" i="0">
                <a:solidFill>
                  <a:srgbClr val="95AAA2"/>
                </a:solidFill>
              </a:defRPr>
            </a:lvl2pPr>
            <a:lvl3pPr>
              <a:defRPr sz="900" b="0" i="0">
                <a:solidFill>
                  <a:srgbClr val="95AAA2"/>
                </a:solidFill>
              </a:defRPr>
            </a:lvl3pPr>
            <a:lvl4pPr>
              <a:defRPr sz="900" b="0" i="0">
                <a:solidFill>
                  <a:srgbClr val="95AAA2"/>
                </a:solidFill>
              </a:defRPr>
            </a:lvl4pPr>
            <a:lvl5pPr>
              <a:defRPr sz="900" b="0" i="0">
                <a:solidFill>
                  <a:srgbClr val="95AAA2"/>
                </a:solidFill>
              </a:defRPr>
            </a:lvl5pPr>
            <a:lvl6pPr>
              <a:defRPr sz="900" b="0" i="0">
                <a:solidFill>
                  <a:srgbClr val="95AAA2"/>
                </a:solidFill>
              </a:defRPr>
            </a:lvl6pPr>
            <a:lvl7pPr>
              <a:defRPr sz="900" b="0" i="0">
                <a:solidFill>
                  <a:srgbClr val="95AAA2"/>
                </a:solidFill>
              </a:defRPr>
            </a:lvl7pPr>
            <a:lvl8pPr>
              <a:defRPr sz="900" b="0" i="0">
                <a:solidFill>
                  <a:srgbClr val="95AAA2"/>
                </a:solidFill>
              </a:defRPr>
            </a:lvl8pPr>
            <a:lvl9pPr>
              <a:defRPr sz="900" b="0" i="0">
                <a:solidFill>
                  <a:srgbClr val="95AAA2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95AAA2"/>
                </a:solidFill>
              </a:defRPr>
            </a:pPr>
            <a:r>
              <a:rPr sz="900" b="0" i="0">
                <a:solidFill>
                  <a:srgbClr val="95AAA2"/>
                </a:solidFill>
              </a:rPr>
              <a:t>Сандар сайттағы кофейня демо-сценарийінің болжамдары. Нақты әсер пилот дерегімен расталады.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7157B-E0DA-49CB-8DDE-0E5540FF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F0BBA-F0D1-45B7-8500-F7DB274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A9BBB5"/>
                </a:solidFill>
              </a:defRPr>
            </a:defPPr>
            <a:lvl1pPr>
              <a:defRPr sz="750" b="1" i="0">
                <a:solidFill>
                  <a:srgbClr val="A9BBB5"/>
                </a:solidFill>
              </a:defRPr>
            </a:lvl1pPr>
            <a:lvl2pPr>
              <a:defRPr sz="750" b="1" i="0">
                <a:solidFill>
                  <a:srgbClr val="A9BBB5"/>
                </a:solidFill>
              </a:defRPr>
            </a:lvl2pPr>
            <a:lvl3pPr>
              <a:defRPr sz="750" b="1" i="0">
                <a:solidFill>
                  <a:srgbClr val="A9BBB5"/>
                </a:solidFill>
              </a:defRPr>
            </a:lvl3pPr>
            <a:lvl4pPr>
              <a:defRPr sz="750" b="1" i="0">
                <a:solidFill>
                  <a:srgbClr val="A9BBB5"/>
                </a:solidFill>
              </a:defRPr>
            </a:lvl4pPr>
            <a:lvl5pPr>
              <a:defRPr sz="750" b="1" i="0">
                <a:solidFill>
                  <a:srgbClr val="A9BBB5"/>
                </a:solidFill>
              </a:defRPr>
            </a:lvl5pPr>
            <a:lvl6pPr>
              <a:defRPr sz="750" b="1" i="0">
                <a:solidFill>
                  <a:srgbClr val="A9BBB5"/>
                </a:solidFill>
              </a:defRPr>
            </a:lvl6pPr>
            <a:lvl7pPr>
              <a:defRPr sz="750" b="1" i="0">
                <a:solidFill>
                  <a:srgbClr val="A9BBB5"/>
                </a:solidFill>
              </a:defRPr>
            </a:lvl7pPr>
            <a:lvl8pPr>
              <a:defRPr sz="750" b="1" i="0">
                <a:solidFill>
                  <a:srgbClr val="A9BBB5"/>
                </a:solidFill>
              </a:defRPr>
            </a:lvl8pPr>
            <a:lvl9pPr>
              <a:defRPr sz="750" b="1" i="0">
                <a:solidFill>
                  <a:srgbClr val="A9BBB5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A9BBB5"/>
                </a:solidFill>
              </a:defRPr>
            </a:pPr>
            <a:r>
              <a:rPr sz="750" b="1" i="0">
                <a:solidFill>
                  <a:srgbClr val="A9BBB5"/>
                </a:solidFill>
              </a:rPr>
              <a:t>ӘСЕР / АҚША МЕН УАҚЫТ БӨЛЕК ЕСЕПТЕЛЕДІ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ED437-17E6-4B75-B040-8159A1E6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</a:defRPr>
            </a:defPPr>
            <a:lvl1pPr>
              <a:defRPr sz="900" b="1" i="0">
                <a:solidFill>
                  <a:srgbClr val="FFFFFF"/>
                </a:solidFill>
              </a:defRPr>
            </a:lvl1pPr>
            <a:lvl2pPr>
              <a:defRPr sz="900" b="1" i="0">
                <a:solidFill>
                  <a:srgbClr val="FFFFFF"/>
                </a:solidFill>
              </a:defRPr>
            </a:lvl2pPr>
            <a:lvl3pPr>
              <a:defRPr sz="900" b="1" i="0">
                <a:solidFill>
                  <a:srgbClr val="FFFFFF"/>
                </a:solidFill>
              </a:defRPr>
            </a:lvl3pPr>
            <a:lvl4pPr>
              <a:defRPr sz="900" b="1" i="0">
                <a:solidFill>
                  <a:srgbClr val="FFFFFF"/>
                </a:solidFill>
              </a:defRPr>
            </a:lvl4pPr>
            <a:lvl5pPr>
              <a:defRPr sz="900" b="1" i="0">
                <a:solidFill>
                  <a:srgbClr val="FFFFFF"/>
                </a:solidFill>
              </a:defRPr>
            </a:lvl5pPr>
            <a:lvl6pPr>
              <a:defRPr sz="900" b="1" i="0">
                <a:solidFill>
                  <a:srgbClr val="FFFFFF"/>
                </a:solidFill>
              </a:defRPr>
            </a:lvl6pPr>
            <a:lvl7pPr>
              <a:defRPr sz="900" b="1" i="0">
                <a:solidFill>
                  <a:srgbClr val="FFFFFF"/>
                </a:solidFill>
              </a:defRPr>
            </a:lvl7pPr>
            <a:lvl8pPr>
              <a:defRPr sz="900" b="1" i="0">
                <a:solidFill>
                  <a:srgbClr val="FFFFFF"/>
                </a:solidFill>
              </a:defRPr>
            </a:lvl8pPr>
            <a:lvl9pPr>
              <a:defRPr sz="9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936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4EC84-F617-435B-AEDA-C9EA806C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102B27"/>
                </a:solidFill>
              </a:defRPr>
            </a:defPPr>
            <a:lvl1pPr>
              <a:defRPr sz="2100" b="1" i="0">
                <a:solidFill>
                  <a:srgbClr val="102B27"/>
                </a:solidFill>
              </a:defRPr>
            </a:lvl1pPr>
            <a:lvl2pPr>
              <a:defRPr sz="2100" b="1" i="0">
                <a:solidFill>
                  <a:srgbClr val="102B27"/>
                </a:solidFill>
              </a:defRPr>
            </a:lvl2pPr>
            <a:lvl3pPr>
              <a:defRPr sz="2100" b="1" i="0">
                <a:solidFill>
                  <a:srgbClr val="102B27"/>
                </a:solidFill>
              </a:defRPr>
            </a:lvl3pPr>
            <a:lvl4pPr>
              <a:defRPr sz="2100" b="1" i="0">
                <a:solidFill>
                  <a:srgbClr val="102B27"/>
                </a:solidFill>
              </a:defRPr>
            </a:lvl4pPr>
            <a:lvl5pPr>
              <a:defRPr sz="2100" b="1" i="0">
                <a:solidFill>
                  <a:srgbClr val="102B27"/>
                </a:solidFill>
              </a:defRPr>
            </a:lvl5pPr>
            <a:lvl6pPr>
              <a:defRPr sz="2100" b="1" i="0">
                <a:solidFill>
                  <a:srgbClr val="102B27"/>
                </a:solidFill>
              </a:defRPr>
            </a:lvl6pPr>
            <a:lvl7pPr>
              <a:defRPr sz="2100" b="1" i="0">
                <a:solidFill>
                  <a:srgbClr val="102B27"/>
                </a:solidFill>
              </a:defRPr>
            </a:lvl7pPr>
            <a:lvl8pPr>
              <a:defRPr sz="2100" b="1" i="0">
                <a:solidFill>
                  <a:srgbClr val="102B27"/>
                </a:solidFill>
              </a:defRPr>
            </a:lvl8pPr>
            <a:lvl9pPr>
              <a:defRPr sz="21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02B27"/>
                </a:solidFill>
              </a:defRPr>
            </a:pPr>
            <a:r>
              <a:rPr sz="2100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EBC40-4696-480E-8D1A-06A012FF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74F30-DA8E-46FC-AA67-095B6CC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6ED93-4C6D-4CD8-9CE1-F5DCD49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102B27"/>
                </a:solidFill>
              </a:defRPr>
            </a:defPPr>
            <a:lvl1pPr>
              <a:defRPr sz="3150" b="1" i="0">
                <a:solidFill>
                  <a:srgbClr val="102B27"/>
                </a:solidFill>
              </a:defRPr>
            </a:lvl1pPr>
            <a:lvl2pPr>
              <a:defRPr sz="3150" b="1" i="0">
                <a:solidFill>
                  <a:srgbClr val="102B27"/>
                </a:solidFill>
              </a:defRPr>
            </a:lvl2pPr>
            <a:lvl3pPr>
              <a:defRPr sz="3150" b="1" i="0">
                <a:solidFill>
                  <a:srgbClr val="102B27"/>
                </a:solidFill>
              </a:defRPr>
            </a:lvl3pPr>
            <a:lvl4pPr>
              <a:defRPr sz="3150" b="1" i="0">
                <a:solidFill>
                  <a:srgbClr val="102B27"/>
                </a:solidFill>
              </a:defRPr>
            </a:lvl4pPr>
            <a:lvl5pPr>
              <a:defRPr sz="3150" b="1" i="0">
                <a:solidFill>
                  <a:srgbClr val="102B27"/>
                </a:solidFill>
              </a:defRPr>
            </a:lvl5pPr>
            <a:lvl6pPr>
              <a:defRPr sz="3150" b="1" i="0">
                <a:solidFill>
                  <a:srgbClr val="102B27"/>
                </a:solidFill>
              </a:defRPr>
            </a:lvl6pPr>
            <a:lvl7pPr>
              <a:defRPr sz="3150" b="1" i="0">
                <a:solidFill>
                  <a:srgbClr val="102B27"/>
                </a:solidFill>
              </a:defRPr>
            </a:lvl7pPr>
            <a:lvl8pPr>
              <a:defRPr sz="3150" b="1" i="0">
                <a:solidFill>
                  <a:srgbClr val="102B27"/>
                </a:solidFill>
              </a:defRPr>
            </a:lvl8pPr>
            <a:lvl9pPr>
              <a:defRPr sz="31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102B27"/>
                </a:solidFill>
              </a:defRPr>
            </a:pPr>
            <a:r>
              <a:rPr sz="3150" b="1" i="0">
                <a:solidFill>
                  <a:srgbClr val="102B27"/>
                </a:solidFill>
              </a:rPr>
              <a:t>4 аптада гипотезаны тексеру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C59A2-F36B-4BDB-B6EC-5CD1F84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8776E"/>
                </a:solidFill>
              </a:defRPr>
            </a:defPPr>
            <a:lvl1pPr>
              <a:defRPr sz="1425" b="0" i="0">
                <a:solidFill>
                  <a:srgbClr val="68776E"/>
                </a:solidFill>
              </a:defRPr>
            </a:lvl1pPr>
            <a:lvl2pPr>
              <a:defRPr sz="1425" b="0" i="0">
                <a:solidFill>
                  <a:srgbClr val="68776E"/>
                </a:solidFill>
              </a:defRPr>
            </a:lvl2pPr>
            <a:lvl3pPr>
              <a:defRPr sz="1425" b="0" i="0">
                <a:solidFill>
                  <a:srgbClr val="68776E"/>
                </a:solidFill>
              </a:defRPr>
            </a:lvl3pPr>
            <a:lvl4pPr>
              <a:defRPr sz="1425" b="0" i="0">
                <a:solidFill>
                  <a:srgbClr val="68776E"/>
                </a:solidFill>
              </a:defRPr>
            </a:lvl4pPr>
            <a:lvl5pPr>
              <a:defRPr sz="1425" b="0" i="0">
                <a:solidFill>
                  <a:srgbClr val="68776E"/>
                </a:solidFill>
              </a:defRPr>
            </a:lvl5pPr>
            <a:lvl6pPr>
              <a:defRPr sz="1425" b="0" i="0">
                <a:solidFill>
                  <a:srgbClr val="68776E"/>
                </a:solidFill>
              </a:defRPr>
            </a:lvl6pPr>
            <a:lvl7pPr>
              <a:defRPr sz="1425" b="0" i="0">
                <a:solidFill>
                  <a:srgbClr val="68776E"/>
                </a:solidFill>
              </a:defRPr>
            </a:lvl7pPr>
            <a:lvl8pPr>
              <a:defRPr sz="1425" b="0" i="0">
                <a:solidFill>
                  <a:srgbClr val="68776E"/>
                </a:solidFill>
              </a:defRPr>
            </a:lvl8pPr>
            <a:lvl9pPr>
              <a:defRPr sz="142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68776E"/>
                </a:solidFill>
              </a:defRPr>
            </a:pPr>
            <a:r>
              <a:rPr sz="1425" b="0" i="0">
                <a:solidFill>
                  <a:srgbClr val="68776E"/>
                </a:solidFill>
              </a:rPr>
              <a:t>Пилоттың басында метрика бекітіледі. Соңында база, мақсат және факт салыстырылады.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1697-FF88-4ED6-B304-E6740CF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23C34"/>
                </a:solidFill>
              </a:defRPr>
            </a:defPPr>
            <a:lvl1pPr>
              <a:defRPr sz="3225" b="1" i="0">
                <a:solidFill>
                  <a:srgbClr val="123C34"/>
                </a:solidFill>
              </a:defRPr>
            </a:lvl1pPr>
            <a:lvl2pPr>
              <a:defRPr sz="3225" b="1" i="0">
                <a:solidFill>
                  <a:srgbClr val="123C34"/>
                </a:solidFill>
              </a:defRPr>
            </a:lvl2pPr>
            <a:lvl3pPr>
              <a:defRPr sz="3225" b="1" i="0">
                <a:solidFill>
                  <a:srgbClr val="123C34"/>
                </a:solidFill>
              </a:defRPr>
            </a:lvl3pPr>
            <a:lvl4pPr>
              <a:defRPr sz="3225" b="1" i="0">
                <a:solidFill>
                  <a:srgbClr val="123C34"/>
                </a:solidFill>
              </a:defRPr>
            </a:lvl4pPr>
            <a:lvl5pPr>
              <a:defRPr sz="3225" b="1" i="0">
                <a:solidFill>
                  <a:srgbClr val="123C34"/>
                </a:solidFill>
              </a:defRPr>
            </a:lvl5pPr>
            <a:lvl6pPr>
              <a:defRPr sz="3225" b="1" i="0">
                <a:solidFill>
                  <a:srgbClr val="123C34"/>
                </a:solidFill>
              </a:defRPr>
            </a:lvl6pPr>
            <a:lvl7pPr>
              <a:defRPr sz="3225" b="1" i="0">
                <a:solidFill>
                  <a:srgbClr val="123C34"/>
                </a:solidFill>
              </a:defRPr>
            </a:lvl7pPr>
            <a:lvl8pPr>
              <a:defRPr sz="3225" b="1" i="0">
                <a:solidFill>
                  <a:srgbClr val="123C34"/>
                </a:solidFill>
              </a:defRPr>
            </a:lvl8pPr>
            <a:lvl9pPr>
              <a:defRPr sz="322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23C34"/>
                </a:solidFill>
              </a:defRPr>
            </a:pPr>
            <a:r>
              <a:rPr sz="3225" b="1" i="0">
                <a:solidFill>
                  <a:srgbClr val="123C34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E2FD-D457-4D1D-8804-81380467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F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B840A-7E67-41D7-A2D9-BD025595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АПТА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DEDC7-7161-4863-A95E-3B952CA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B27"/>
                </a:solidFill>
              </a:defRPr>
            </a:defPPr>
            <a:lvl1pPr>
              <a:defRPr sz="1800" b="1" i="0">
                <a:solidFill>
                  <a:srgbClr val="102B27"/>
                </a:solidFill>
              </a:defRPr>
            </a:lvl1pPr>
            <a:lvl2pPr>
              <a:defRPr sz="1800" b="1" i="0">
                <a:solidFill>
                  <a:srgbClr val="102B27"/>
                </a:solidFill>
              </a:defRPr>
            </a:lvl2pPr>
            <a:lvl3pPr>
              <a:defRPr sz="1800" b="1" i="0">
                <a:solidFill>
                  <a:srgbClr val="102B27"/>
                </a:solidFill>
              </a:defRPr>
            </a:lvl3pPr>
            <a:lvl4pPr>
              <a:defRPr sz="1800" b="1" i="0">
                <a:solidFill>
                  <a:srgbClr val="102B27"/>
                </a:solidFill>
              </a:defRPr>
            </a:lvl4pPr>
            <a:lvl5pPr>
              <a:defRPr sz="1800" b="1" i="0">
                <a:solidFill>
                  <a:srgbClr val="102B27"/>
                </a:solidFill>
              </a:defRPr>
            </a:lvl5pPr>
            <a:lvl6pPr>
              <a:defRPr sz="1800" b="1" i="0">
                <a:solidFill>
                  <a:srgbClr val="102B27"/>
                </a:solidFill>
              </a:defRPr>
            </a:lvl6pPr>
            <a:lvl7pPr>
              <a:defRPr sz="1800" b="1" i="0">
                <a:solidFill>
                  <a:srgbClr val="102B27"/>
                </a:solidFill>
              </a:defRPr>
            </a:lvl7pPr>
            <a:lvl8pPr>
              <a:defRPr sz="1800" b="1" i="0">
                <a:solidFill>
                  <a:srgbClr val="102B27"/>
                </a:solidFill>
              </a:defRPr>
            </a:lvl8pPr>
            <a:lvl9pPr>
              <a:defRPr sz="18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02B27"/>
                </a:solidFill>
              </a:defRPr>
            </a:pPr>
            <a:r>
              <a:rPr sz="1800" b="1" i="0">
                <a:solidFill>
                  <a:srgbClr val="102B27"/>
                </a:solidFill>
              </a:rPr>
              <a:t>База және шек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8CB59-D5DE-4272-A90D-604E129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Қазіргі мән, дерек көзі, тоқтату шарты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25E46-382E-4794-87AF-95AD356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23C34"/>
                </a:solidFill>
              </a:defRPr>
            </a:defPPr>
            <a:lvl1pPr>
              <a:defRPr sz="3225" b="1" i="0">
                <a:solidFill>
                  <a:srgbClr val="123C34"/>
                </a:solidFill>
              </a:defRPr>
            </a:lvl1pPr>
            <a:lvl2pPr>
              <a:defRPr sz="3225" b="1" i="0">
                <a:solidFill>
                  <a:srgbClr val="123C34"/>
                </a:solidFill>
              </a:defRPr>
            </a:lvl2pPr>
            <a:lvl3pPr>
              <a:defRPr sz="3225" b="1" i="0">
                <a:solidFill>
                  <a:srgbClr val="123C34"/>
                </a:solidFill>
              </a:defRPr>
            </a:lvl3pPr>
            <a:lvl4pPr>
              <a:defRPr sz="3225" b="1" i="0">
                <a:solidFill>
                  <a:srgbClr val="123C34"/>
                </a:solidFill>
              </a:defRPr>
            </a:lvl4pPr>
            <a:lvl5pPr>
              <a:defRPr sz="3225" b="1" i="0">
                <a:solidFill>
                  <a:srgbClr val="123C34"/>
                </a:solidFill>
              </a:defRPr>
            </a:lvl5pPr>
            <a:lvl6pPr>
              <a:defRPr sz="3225" b="1" i="0">
                <a:solidFill>
                  <a:srgbClr val="123C34"/>
                </a:solidFill>
              </a:defRPr>
            </a:lvl6pPr>
            <a:lvl7pPr>
              <a:defRPr sz="3225" b="1" i="0">
                <a:solidFill>
                  <a:srgbClr val="123C34"/>
                </a:solidFill>
              </a:defRPr>
            </a:lvl7pPr>
            <a:lvl8pPr>
              <a:defRPr sz="3225" b="1" i="0">
                <a:solidFill>
                  <a:srgbClr val="123C34"/>
                </a:solidFill>
              </a:defRPr>
            </a:lvl8pPr>
            <a:lvl9pPr>
              <a:defRPr sz="322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23C34"/>
                </a:solidFill>
              </a:defRPr>
            </a:pPr>
            <a:r>
              <a:rPr sz="3225" b="1" i="0">
                <a:solidFill>
                  <a:srgbClr val="123C3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BF722-1D37-4C72-96FD-F2346FA5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F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85FF5-0340-4567-8592-1DCF3C8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АПТА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9305D-58F0-41E5-B3D7-92DD9ED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B27"/>
                </a:solidFill>
              </a:defRPr>
            </a:defPPr>
            <a:lvl1pPr>
              <a:defRPr sz="1800" b="1" i="0">
                <a:solidFill>
                  <a:srgbClr val="102B27"/>
                </a:solidFill>
              </a:defRPr>
            </a:lvl1pPr>
            <a:lvl2pPr>
              <a:defRPr sz="1800" b="1" i="0">
                <a:solidFill>
                  <a:srgbClr val="102B27"/>
                </a:solidFill>
              </a:defRPr>
            </a:lvl2pPr>
            <a:lvl3pPr>
              <a:defRPr sz="1800" b="1" i="0">
                <a:solidFill>
                  <a:srgbClr val="102B27"/>
                </a:solidFill>
              </a:defRPr>
            </a:lvl3pPr>
            <a:lvl4pPr>
              <a:defRPr sz="1800" b="1" i="0">
                <a:solidFill>
                  <a:srgbClr val="102B27"/>
                </a:solidFill>
              </a:defRPr>
            </a:lvl4pPr>
            <a:lvl5pPr>
              <a:defRPr sz="1800" b="1" i="0">
                <a:solidFill>
                  <a:srgbClr val="102B27"/>
                </a:solidFill>
              </a:defRPr>
            </a:lvl5pPr>
            <a:lvl6pPr>
              <a:defRPr sz="1800" b="1" i="0">
                <a:solidFill>
                  <a:srgbClr val="102B27"/>
                </a:solidFill>
              </a:defRPr>
            </a:lvl6pPr>
            <a:lvl7pPr>
              <a:defRPr sz="1800" b="1" i="0">
                <a:solidFill>
                  <a:srgbClr val="102B27"/>
                </a:solidFill>
              </a:defRPr>
            </a:lvl7pPr>
            <a:lvl8pPr>
              <a:defRPr sz="1800" b="1" i="0">
                <a:solidFill>
                  <a:srgbClr val="102B27"/>
                </a:solidFill>
              </a:defRPr>
            </a:lvl8pPr>
            <a:lvl9pPr>
              <a:defRPr sz="18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02B27"/>
                </a:solidFill>
              </a:defRPr>
            </a:pPr>
            <a:r>
              <a:rPr sz="1800" b="1" i="0">
                <a:solidFill>
                  <a:srgbClr val="102B27"/>
                </a:solidFill>
              </a:rPr>
              <a:t>Шағын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B660B-9EFD-4CB7-ACE4-6D31A15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Бір үдеріс және тексерілген дерек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FEAC6-52B3-4F47-A163-EE4938E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23C34"/>
                </a:solidFill>
              </a:defRPr>
            </a:defPPr>
            <a:lvl1pPr>
              <a:defRPr sz="3225" b="1" i="0">
                <a:solidFill>
                  <a:srgbClr val="123C34"/>
                </a:solidFill>
              </a:defRPr>
            </a:lvl1pPr>
            <a:lvl2pPr>
              <a:defRPr sz="3225" b="1" i="0">
                <a:solidFill>
                  <a:srgbClr val="123C34"/>
                </a:solidFill>
              </a:defRPr>
            </a:lvl2pPr>
            <a:lvl3pPr>
              <a:defRPr sz="3225" b="1" i="0">
                <a:solidFill>
                  <a:srgbClr val="123C34"/>
                </a:solidFill>
              </a:defRPr>
            </a:lvl3pPr>
            <a:lvl4pPr>
              <a:defRPr sz="3225" b="1" i="0">
                <a:solidFill>
                  <a:srgbClr val="123C34"/>
                </a:solidFill>
              </a:defRPr>
            </a:lvl4pPr>
            <a:lvl5pPr>
              <a:defRPr sz="3225" b="1" i="0">
                <a:solidFill>
                  <a:srgbClr val="123C34"/>
                </a:solidFill>
              </a:defRPr>
            </a:lvl5pPr>
            <a:lvl6pPr>
              <a:defRPr sz="3225" b="1" i="0">
                <a:solidFill>
                  <a:srgbClr val="123C34"/>
                </a:solidFill>
              </a:defRPr>
            </a:lvl6pPr>
            <a:lvl7pPr>
              <a:defRPr sz="3225" b="1" i="0">
                <a:solidFill>
                  <a:srgbClr val="123C34"/>
                </a:solidFill>
              </a:defRPr>
            </a:lvl7pPr>
            <a:lvl8pPr>
              <a:defRPr sz="3225" b="1" i="0">
                <a:solidFill>
                  <a:srgbClr val="123C34"/>
                </a:solidFill>
              </a:defRPr>
            </a:lvl8pPr>
            <a:lvl9pPr>
              <a:defRPr sz="3225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23C34"/>
                </a:solidFill>
              </a:defRPr>
            </a:pPr>
            <a:r>
              <a:rPr sz="3225" b="1" i="0">
                <a:solidFill>
                  <a:srgbClr val="123C34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A2EA4-26DA-47D8-8A8B-67EE449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F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82E83-9A53-4EF0-BB56-A10FD90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АПТА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76D45-6965-470A-9FC1-C55277C1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B27"/>
                </a:solidFill>
              </a:defRPr>
            </a:defPPr>
            <a:lvl1pPr>
              <a:defRPr sz="1800" b="1" i="0">
                <a:solidFill>
                  <a:srgbClr val="102B27"/>
                </a:solidFill>
              </a:defRPr>
            </a:lvl1pPr>
            <a:lvl2pPr>
              <a:defRPr sz="1800" b="1" i="0">
                <a:solidFill>
                  <a:srgbClr val="102B27"/>
                </a:solidFill>
              </a:defRPr>
            </a:lvl2pPr>
            <a:lvl3pPr>
              <a:defRPr sz="1800" b="1" i="0">
                <a:solidFill>
                  <a:srgbClr val="102B27"/>
                </a:solidFill>
              </a:defRPr>
            </a:lvl3pPr>
            <a:lvl4pPr>
              <a:defRPr sz="1800" b="1" i="0">
                <a:solidFill>
                  <a:srgbClr val="102B27"/>
                </a:solidFill>
              </a:defRPr>
            </a:lvl4pPr>
            <a:lvl5pPr>
              <a:defRPr sz="1800" b="1" i="0">
                <a:solidFill>
                  <a:srgbClr val="102B27"/>
                </a:solidFill>
              </a:defRPr>
            </a:lvl5pPr>
            <a:lvl6pPr>
              <a:defRPr sz="1800" b="1" i="0">
                <a:solidFill>
                  <a:srgbClr val="102B27"/>
                </a:solidFill>
              </a:defRPr>
            </a:lvl6pPr>
            <a:lvl7pPr>
              <a:defRPr sz="1800" b="1" i="0">
                <a:solidFill>
                  <a:srgbClr val="102B27"/>
                </a:solidFill>
              </a:defRPr>
            </a:lvl7pPr>
            <a:lvl8pPr>
              <a:defRPr sz="1800" b="1" i="0">
                <a:solidFill>
                  <a:srgbClr val="102B27"/>
                </a:solidFill>
              </a:defRPr>
            </a:lvl8pPr>
            <a:lvl9pPr>
              <a:defRPr sz="18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02B27"/>
                </a:solidFill>
              </a:defRPr>
            </a:pPr>
            <a:r>
              <a:rPr sz="1800" b="1" i="0">
                <a:solidFill>
                  <a:srgbClr val="102B27"/>
                </a:solidFill>
              </a:rPr>
              <a:t>Шектеулі пилот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AA976-3C72-43C9-A287-283CDE6F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Кіші топ, адам бақылауы, қате журналы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C6071-8268-400D-9CC9-FEFB8E9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EC4E9A"/>
                </a:solidFill>
              </a:defRPr>
            </a:defPPr>
            <a:lvl1pPr>
              <a:defRPr sz="3225" b="1" i="0">
                <a:solidFill>
                  <a:srgbClr val="EC4E9A"/>
                </a:solidFill>
              </a:defRPr>
            </a:lvl1pPr>
            <a:lvl2pPr>
              <a:defRPr sz="3225" b="1" i="0">
                <a:solidFill>
                  <a:srgbClr val="EC4E9A"/>
                </a:solidFill>
              </a:defRPr>
            </a:lvl2pPr>
            <a:lvl3pPr>
              <a:defRPr sz="3225" b="1" i="0">
                <a:solidFill>
                  <a:srgbClr val="EC4E9A"/>
                </a:solidFill>
              </a:defRPr>
            </a:lvl3pPr>
            <a:lvl4pPr>
              <a:defRPr sz="3225" b="1" i="0">
                <a:solidFill>
                  <a:srgbClr val="EC4E9A"/>
                </a:solidFill>
              </a:defRPr>
            </a:lvl4pPr>
            <a:lvl5pPr>
              <a:defRPr sz="3225" b="1" i="0">
                <a:solidFill>
                  <a:srgbClr val="EC4E9A"/>
                </a:solidFill>
              </a:defRPr>
            </a:lvl5pPr>
            <a:lvl6pPr>
              <a:defRPr sz="3225" b="1" i="0">
                <a:solidFill>
                  <a:srgbClr val="EC4E9A"/>
                </a:solidFill>
              </a:defRPr>
            </a:lvl6pPr>
            <a:lvl7pPr>
              <a:defRPr sz="3225" b="1" i="0">
                <a:solidFill>
                  <a:srgbClr val="EC4E9A"/>
                </a:solidFill>
              </a:defRPr>
            </a:lvl7pPr>
            <a:lvl8pPr>
              <a:defRPr sz="3225" b="1" i="0">
                <a:solidFill>
                  <a:srgbClr val="EC4E9A"/>
                </a:solidFill>
              </a:defRPr>
            </a:lvl8pPr>
            <a:lvl9pPr>
              <a:defRPr sz="322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EC4E9A"/>
                </a:solidFill>
              </a:defRPr>
            </a:pPr>
            <a:r>
              <a:rPr sz="3225" b="1" i="0">
                <a:solidFill>
                  <a:srgbClr val="EC4E9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19A3E-26E8-4280-8251-EE27CE62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4E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C5353-9F81-402F-B5E7-E2D029E9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АПТА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47BB2-C0AB-4524-B7AA-B9003DFA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B27"/>
                </a:solidFill>
              </a:defRPr>
            </a:defPPr>
            <a:lvl1pPr>
              <a:defRPr sz="1800" b="1" i="0">
                <a:solidFill>
                  <a:srgbClr val="102B27"/>
                </a:solidFill>
              </a:defRPr>
            </a:lvl1pPr>
            <a:lvl2pPr>
              <a:defRPr sz="1800" b="1" i="0">
                <a:solidFill>
                  <a:srgbClr val="102B27"/>
                </a:solidFill>
              </a:defRPr>
            </a:lvl2pPr>
            <a:lvl3pPr>
              <a:defRPr sz="1800" b="1" i="0">
                <a:solidFill>
                  <a:srgbClr val="102B27"/>
                </a:solidFill>
              </a:defRPr>
            </a:lvl3pPr>
            <a:lvl4pPr>
              <a:defRPr sz="1800" b="1" i="0">
                <a:solidFill>
                  <a:srgbClr val="102B27"/>
                </a:solidFill>
              </a:defRPr>
            </a:lvl4pPr>
            <a:lvl5pPr>
              <a:defRPr sz="1800" b="1" i="0">
                <a:solidFill>
                  <a:srgbClr val="102B27"/>
                </a:solidFill>
              </a:defRPr>
            </a:lvl5pPr>
            <a:lvl6pPr>
              <a:defRPr sz="1800" b="1" i="0">
                <a:solidFill>
                  <a:srgbClr val="102B27"/>
                </a:solidFill>
              </a:defRPr>
            </a:lvl6pPr>
            <a:lvl7pPr>
              <a:defRPr sz="1800" b="1" i="0">
                <a:solidFill>
                  <a:srgbClr val="102B27"/>
                </a:solidFill>
              </a:defRPr>
            </a:lvl7pPr>
            <a:lvl8pPr>
              <a:defRPr sz="1800" b="1" i="0">
                <a:solidFill>
                  <a:srgbClr val="102B27"/>
                </a:solidFill>
              </a:defRPr>
            </a:lvl8pPr>
            <a:lvl9pPr>
              <a:defRPr sz="18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02B27"/>
                </a:solidFill>
              </a:defRPr>
            </a:pPr>
            <a:r>
              <a:rPr sz="1800" b="1" i="0">
                <a:solidFill>
                  <a:srgbClr val="102B27"/>
                </a:solidFill>
              </a:rPr>
              <a:t>Әсерді тексеру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8025D-AA08-41A0-A460-C2B456E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Факт, құрал шығыны және шешім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3A1C9-0C18-448A-9FD9-A050D35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095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1F93E-205C-4E49-8732-947D943C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7F45A"/>
                </a:solidFill>
              </a:defRPr>
            </a:defPPr>
            <a:lvl1pPr>
              <a:defRPr sz="1125" b="1" i="0">
                <a:solidFill>
                  <a:srgbClr val="C7F45A"/>
                </a:solidFill>
              </a:defRPr>
            </a:lvl1pPr>
            <a:lvl2pPr>
              <a:defRPr sz="1125" b="1" i="0">
                <a:solidFill>
                  <a:srgbClr val="C7F45A"/>
                </a:solidFill>
              </a:defRPr>
            </a:lvl2pPr>
            <a:lvl3pPr>
              <a:defRPr sz="1125" b="1" i="0">
                <a:solidFill>
                  <a:srgbClr val="C7F45A"/>
                </a:solidFill>
              </a:defRPr>
            </a:lvl3pPr>
            <a:lvl4pPr>
              <a:defRPr sz="1125" b="1" i="0">
                <a:solidFill>
                  <a:srgbClr val="C7F45A"/>
                </a:solidFill>
              </a:defRPr>
            </a:lvl4pPr>
            <a:lvl5pPr>
              <a:defRPr sz="1125" b="1" i="0">
                <a:solidFill>
                  <a:srgbClr val="C7F45A"/>
                </a:solidFill>
              </a:defRPr>
            </a:lvl5pPr>
            <a:lvl6pPr>
              <a:defRPr sz="1125" b="1" i="0">
                <a:solidFill>
                  <a:srgbClr val="C7F45A"/>
                </a:solidFill>
              </a:defRPr>
            </a:lvl6pPr>
            <a:lvl7pPr>
              <a:defRPr sz="1125" b="1" i="0">
                <a:solidFill>
                  <a:srgbClr val="C7F45A"/>
                </a:solidFill>
              </a:defRPr>
            </a:lvl7pPr>
            <a:lvl8pPr>
              <a:defRPr sz="1125" b="1" i="0">
                <a:solidFill>
                  <a:srgbClr val="C7F45A"/>
                </a:solidFill>
              </a:defRPr>
            </a:lvl8pPr>
            <a:lvl9pPr>
              <a:defRPr sz="112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C7F45A"/>
                </a:solidFill>
              </a:defRPr>
            </a:pPr>
            <a:r>
              <a:rPr sz="1125" b="1" i="0">
                <a:solidFill>
                  <a:srgbClr val="C7F45A"/>
                </a:solidFill>
              </a:rPr>
              <a:t>Қауіпсіздік шегі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25A74-674F-4B86-8ACC-AC93BE53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</a:defRPr>
            </a:defPPr>
            <a:lvl1pPr>
              <a:defRPr sz="1650" b="1" i="0">
                <a:solidFill>
                  <a:srgbClr val="FFFFFF"/>
                </a:solidFill>
              </a:defRPr>
            </a:lvl1pPr>
            <a:lvl2pPr>
              <a:defRPr sz="1650" b="1" i="0">
                <a:solidFill>
                  <a:srgbClr val="FFFFFF"/>
                </a:solidFill>
              </a:defRPr>
            </a:lvl2pPr>
            <a:lvl3pPr>
              <a:defRPr sz="1650" b="1" i="0">
                <a:solidFill>
                  <a:srgbClr val="FFFFFF"/>
                </a:solidFill>
              </a:defRPr>
            </a:lvl3pPr>
            <a:lvl4pPr>
              <a:defRPr sz="1650" b="1" i="0">
                <a:solidFill>
                  <a:srgbClr val="FFFFFF"/>
                </a:solidFill>
              </a:defRPr>
            </a:lvl4pPr>
            <a:lvl5pPr>
              <a:defRPr sz="1650" b="1" i="0">
                <a:solidFill>
                  <a:srgbClr val="FFFFFF"/>
                </a:solidFill>
              </a:defRPr>
            </a:lvl5pPr>
            <a:lvl6pPr>
              <a:defRPr sz="1650" b="1" i="0">
                <a:solidFill>
                  <a:srgbClr val="FFFFFF"/>
                </a:solidFill>
              </a:defRPr>
            </a:lvl6pPr>
            <a:lvl7pPr>
              <a:defRPr sz="1650" b="1" i="0">
                <a:solidFill>
                  <a:srgbClr val="FFFFFF"/>
                </a:solidFill>
              </a:defRPr>
            </a:lvl7pPr>
            <a:lvl8pPr>
              <a:defRPr sz="1650" b="1" i="0">
                <a:solidFill>
                  <a:srgbClr val="FFFFFF"/>
                </a:solidFill>
              </a:defRPr>
            </a:lvl8pPr>
            <a:lvl9pPr>
              <a:defRPr sz="16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Клиентке жіберу, төлем және сатып алу алдында кәсіпкердің растауы сақталады.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CD24F-6C34-4E42-A1FD-889E5D80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C9928-0905-460B-8F8A-79A83D2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68776E"/>
                </a:solidFill>
              </a:defRPr>
            </a:defPPr>
            <a:lvl1pPr>
              <a:defRPr sz="750" b="1" i="0">
                <a:solidFill>
                  <a:srgbClr val="68776E"/>
                </a:solidFill>
              </a:defRPr>
            </a:lvl1pPr>
            <a:lvl2pPr>
              <a:defRPr sz="750" b="1" i="0">
                <a:solidFill>
                  <a:srgbClr val="68776E"/>
                </a:solidFill>
              </a:defRPr>
            </a:lvl2pPr>
            <a:lvl3pPr>
              <a:defRPr sz="750" b="1" i="0">
                <a:solidFill>
                  <a:srgbClr val="68776E"/>
                </a:solidFill>
              </a:defRPr>
            </a:lvl3pPr>
            <a:lvl4pPr>
              <a:defRPr sz="750" b="1" i="0">
                <a:solidFill>
                  <a:srgbClr val="68776E"/>
                </a:solidFill>
              </a:defRPr>
            </a:lvl4pPr>
            <a:lvl5pPr>
              <a:defRPr sz="750" b="1" i="0">
                <a:solidFill>
                  <a:srgbClr val="68776E"/>
                </a:solidFill>
              </a:defRPr>
            </a:lvl5pPr>
            <a:lvl6pPr>
              <a:defRPr sz="750" b="1" i="0">
                <a:solidFill>
                  <a:srgbClr val="68776E"/>
                </a:solidFill>
              </a:defRPr>
            </a:lvl6pPr>
            <a:lvl7pPr>
              <a:defRPr sz="750" b="1" i="0">
                <a:solidFill>
                  <a:srgbClr val="68776E"/>
                </a:solidFill>
              </a:defRPr>
            </a:lvl7pPr>
            <a:lvl8pPr>
              <a:defRPr sz="750" b="1" i="0">
                <a:solidFill>
                  <a:srgbClr val="68776E"/>
                </a:solidFill>
              </a:defRPr>
            </a:lvl8pPr>
            <a:lvl9pPr>
              <a:defRPr sz="75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68776E"/>
                </a:solidFill>
              </a:defRPr>
            </a:pPr>
            <a:r>
              <a:rPr sz="750" b="1" i="0">
                <a:solidFill>
                  <a:srgbClr val="68776E"/>
                </a:solidFill>
              </a:rPr>
              <a:t>ПИЛОТ / ГИПОТЕЗАДАН ФАКТІГЕ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D5F74-1C0D-4BB4-BA2A-569DD5E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B27"/>
                </a:solidFill>
              </a:defRPr>
            </a:defPPr>
            <a:lvl1pPr>
              <a:defRPr sz="900" b="1" i="0">
                <a:solidFill>
                  <a:srgbClr val="102B27"/>
                </a:solidFill>
              </a:defRPr>
            </a:lvl1pPr>
            <a:lvl2pPr>
              <a:defRPr sz="900" b="1" i="0">
                <a:solidFill>
                  <a:srgbClr val="102B27"/>
                </a:solidFill>
              </a:defRPr>
            </a:lvl2pPr>
            <a:lvl3pPr>
              <a:defRPr sz="900" b="1" i="0">
                <a:solidFill>
                  <a:srgbClr val="102B27"/>
                </a:solidFill>
              </a:defRPr>
            </a:lvl3pPr>
            <a:lvl4pPr>
              <a:defRPr sz="900" b="1" i="0">
                <a:solidFill>
                  <a:srgbClr val="102B27"/>
                </a:solidFill>
              </a:defRPr>
            </a:lvl4pPr>
            <a:lvl5pPr>
              <a:defRPr sz="900" b="1" i="0">
                <a:solidFill>
                  <a:srgbClr val="102B27"/>
                </a:solidFill>
              </a:defRPr>
            </a:lvl5pPr>
            <a:lvl6pPr>
              <a:defRPr sz="900" b="1" i="0">
                <a:solidFill>
                  <a:srgbClr val="102B27"/>
                </a:solidFill>
              </a:defRPr>
            </a:lvl6pPr>
            <a:lvl7pPr>
              <a:defRPr sz="900" b="1" i="0">
                <a:solidFill>
                  <a:srgbClr val="102B27"/>
                </a:solidFill>
              </a:defRPr>
            </a:lvl7pPr>
            <a:lvl8pPr>
              <a:defRPr sz="900" b="1" i="0">
                <a:solidFill>
                  <a:srgbClr val="102B27"/>
                </a:solidFill>
              </a:defRPr>
            </a:lvl8pPr>
            <a:lvl9pPr>
              <a:defRPr sz="9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02B27"/>
                </a:solidFill>
              </a:defRPr>
            </a:pPr>
            <a:r>
              <a:rPr sz="900" b="1" i="0">
                <a:solidFill>
                  <a:srgbClr val="102B2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9344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C29FE-07DF-427E-8161-E682EB2C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6DB6-9D5A-4A8B-8565-28FFC3D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FB6E4-5BA1-4B53-8779-C9AD909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0DD57-B59A-46FF-BA09-47956E9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</a:defRPr>
            </a:defPPr>
            <a:lvl1pPr>
              <a:defRPr sz="3150" b="1" i="0">
                <a:solidFill>
                  <a:srgbClr val="FFFFFF"/>
                </a:solidFill>
              </a:defRPr>
            </a:lvl1pPr>
            <a:lvl2pPr>
              <a:defRPr sz="3150" b="1" i="0">
                <a:solidFill>
                  <a:srgbClr val="FFFFFF"/>
                </a:solidFill>
              </a:defRPr>
            </a:lvl2pPr>
            <a:lvl3pPr>
              <a:defRPr sz="3150" b="1" i="0">
                <a:solidFill>
                  <a:srgbClr val="FFFFFF"/>
                </a:solidFill>
              </a:defRPr>
            </a:lvl3pPr>
            <a:lvl4pPr>
              <a:defRPr sz="3150" b="1" i="0">
                <a:solidFill>
                  <a:srgbClr val="FFFFFF"/>
                </a:solidFill>
              </a:defRPr>
            </a:lvl4pPr>
            <a:lvl5pPr>
              <a:defRPr sz="3150" b="1" i="0">
                <a:solidFill>
                  <a:srgbClr val="FFFFFF"/>
                </a:solidFill>
              </a:defRPr>
            </a:lvl5pPr>
            <a:lvl6pPr>
              <a:defRPr sz="3150" b="1" i="0">
                <a:solidFill>
                  <a:srgbClr val="FFFFFF"/>
                </a:solidFill>
              </a:defRPr>
            </a:lvl6pPr>
            <a:lvl7pPr>
              <a:defRPr sz="3150" b="1" i="0">
                <a:solidFill>
                  <a:srgbClr val="FFFFFF"/>
                </a:solidFill>
              </a:defRPr>
            </a:lvl7pPr>
            <a:lvl8pPr>
              <a:defRPr sz="3150" b="1" i="0">
                <a:solidFill>
                  <a:srgbClr val="FFFFFF"/>
                </a:solidFill>
              </a:defRPr>
            </a:lvl8pPr>
            <a:lvl9pPr>
              <a:defRPr sz="31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Неге SaNa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73D49-088E-41B7-92CB-3A376BE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B7C7C1"/>
                </a:solidFill>
              </a:defRPr>
            </a:defPPr>
            <a:lvl1pPr>
              <a:defRPr sz="1425" b="0" i="0">
                <a:solidFill>
                  <a:srgbClr val="B7C7C1"/>
                </a:solidFill>
              </a:defRPr>
            </a:lvl1pPr>
            <a:lvl2pPr>
              <a:defRPr sz="1425" b="0" i="0">
                <a:solidFill>
                  <a:srgbClr val="B7C7C1"/>
                </a:solidFill>
              </a:defRPr>
            </a:lvl2pPr>
            <a:lvl3pPr>
              <a:defRPr sz="1425" b="0" i="0">
                <a:solidFill>
                  <a:srgbClr val="B7C7C1"/>
                </a:solidFill>
              </a:defRPr>
            </a:lvl3pPr>
            <a:lvl4pPr>
              <a:defRPr sz="1425" b="0" i="0">
                <a:solidFill>
                  <a:srgbClr val="B7C7C1"/>
                </a:solidFill>
              </a:defRPr>
            </a:lvl4pPr>
            <a:lvl5pPr>
              <a:defRPr sz="1425" b="0" i="0">
                <a:solidFill>
                  <a:srgbClr val="B7C7C1"/>
                </a:solidFill>
              </a:defRPr>
            </a:lvl5pPr>
            <a:lvl6pPr>
              <a:defRPr sz="1425" b="0" i="0">
                <a:solidFill>
                  <a:srgbClr val="B7C7C1"/>
                </a:solidFill>
              </a:defRPr>
            </a:lvl6pPr>
            <a:lvl7pPr>
              <a:defRPr sz="1425" b="0" i="0">
                <a:solidFill>
                  <a:srgbClr val="B7C7C1"/>
                </a:solidFill>
              </a:defRPr>
            </a:lvl7pPr>
            <a:lvl8pPr>
              <a:defRPr sz="1425" b="0" i="0">
                <a:solidFill>
                  <a:srgbClr val="B7C7C1"/>
                </a:solidFill>
              </a:defRPr>
            </a:lvl8pPr>
            <a:lvl9pPr>
              <a:defRPr sz="1425" b="0" i="0">
                <a:solidFill>
                  <a:srgbClr val="B7C7C1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B7C7C1"/>
                </a:solidFill>
              </a:defRPr>
            </a:pPr>
            <a:r>
              <a:rPr sz="1425" b="0" i="0">
                <a:solidFill>
                  <a:srgbClr val="B7C7C1"/>
                </a:solidFill>
              </a:rPr>
              <a:t>Өнім AI идеясын кәсіпкердің шешіміне, өлшеміне және енгізу міндетіне байланыстырады.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2507-8187-45EC-BDC1-4A9B00C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6C922-0DA8-455A-AC44-32A3F00B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Жергілікті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934C0-3E3B-4F7A-929F-FD5618A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Тараз, аудан және қазақша/орысша жоспар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8D64-03C6-407D-8BC3-1223A91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42C8E-95D8-4A99-B997-A84A0CCC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Экономика көрінеді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83668-1F8F-4DFB-B387-4AF07EE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Ақша мен босайтын уақыт бөлек көрсетіледі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F5032-B3BB-48EE-8072-C1DE7E08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B4214-443E-469A-8238-17A9631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Енгізуге жалғасады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3A8A1-52E9-4446-A0C3-B17924B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AFC0BA"/>
                </a:solidFill>
              </a:defRPr>
            </a:defPPr>
            <a:lvl1pPr>
              <a:defRPr sz="1125" b="0" i="0">
                <a:solidFill>
                  <a:srgbClr val="AFC0BA"/>
                </a:solidFill>
              </a:defRPr>
            </a:lvl1pPr>
            <a:lvl2pPr>
              <a:defRPr sz="1125" b="0" i="0">
                <a:solidFill>
                  <a:srgbClr val="AFC0BA"/>
                </a:solidFill>
              </a:defRPr>
            </a:lvl2pPr>
            <a:lvl3pPr>
              <a:defRPr sz="1125" b="0" i="0">
                <a:solidFill>
                  <a:srgbClr val="AFC0BA"/>
                </a:solidFill>
              </a:defRPr>
            </a:lvl3pPr>
            <a:lvl4pPr>
              <a:defRPr sz="1125" b="0" i="0">
                <a:solidFill>
                  <a:srgbClr val="AFC0BA"/>
                </a:solidFill>
              </a:defRPr>
            </a:lvl4pPr>
            <a:lvl5pPr>
              <a:defRPr sz="1125" b="0" i="0">
                <a:solidFill>
                  <a:srgbClr val="AFC0BA"/>
                </a:solidFill>
              </a:defRPr>
            </a:lvl5pPr>
            <a:lvl6pPr>
              <a:defRPr sz="1125" b="0" i="0">
                <a:solidFill>
                  <a:srgbClr val="AFC0BA"/>
                </a:solidFill>
              </a:defRPr>
            </a:lvl6pPr>
            <a:lvl7pPr>
              <a:defRPr sz="1125" b="0" i="0">
                <a:solidFill>
                  <a:srgbClr val="AFC0BA"/>
                </a:solidFill>
              </a:defRPr>
            </a:lvl7pPr>
            <a:lvl8pPr>
              <a:defRPr sz="1125" b="0" i="0">
                <a:solidFill>
                  <a:srgbClr val="AFC0BA"/>
                </a:solidFill>
              </a:defRPr>
            </a:lvl8pPr>
            <a:lvl9pPr>
              <a:defRPr sz="1125" b="0" i="0">
                <a:solidFill>
                  <a:srgbClr val="AFC0BA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FC0BA"/>
                </a:solidFill>
              </a:defRPr>
            </a:pPr>
            <a:r>
              <a:rPr sz="1125" b="0" i="0">
                <a:solidFill>
                  <a:srgbClr val="AFC0BA"/>
                </a:solidFill>
              </a:rPr>
              <a:t>Диагностикадан командаға арналған міндет шығады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6E874-0474-40FF-93A5-ACA9234AC96A}"/>
              </a:ext>
            </a:extLst>
          </p:cNvPr>
          <p:cNvGraphicFramePr/>
          <p:nvPr/>
        </p:nvGraphicFramePr>
        <p:xfrm>
          <a:off xmlns:a="http://schemas.openxmlformats.org/drawingml/2006/main" x="5029200" y="933450"/>
          <a:ext xmlns:a="http://schemas.openxmlformats.org/drawingml/2006/main" cx="664845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81450"/>
              </a:tblGrid>
              <a:tr h="809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7F45A"/>
                          </a:solidFill>
                        </a:rPr>
                        <a:t>Өнімдегі таңдау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T w="9525">
                      <a:solidFill>
                        <a:srgbClr val="31524B"/>
                      </a:solidFill>
                      <a:prstDash val="solid"/>
                    </a:lnT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7F45A"/>
                          </a:solidFill>
                        </a:rPr>
                        <a:t>Кәсіпкерге беретін пайда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31524B"/>
                      </a:solidFill>
                      <a:prstDash val="solid"/>
                    </a:lnR>
                    <a:lnT w="9525">
                      <a:solidFill>
                        <a:srgbClr val="31524B"/>
                      </a:solidFill>
                      <a:prstDash val="solid"/>
                    </a:lnT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23C34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Қазақша және орысша жоспар</a:t>
                      </a:r>
                    </a:p>
                  </a:txBody>
                  <a:tcPr marL="171450" marR="171450" marT="104775" marB="104775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FD0CA"/>
                          </a:solidFill>
                        </a:rPr>
                        <a:t>Ұсынысты өз тілінде тексереді</a:t>
                      </a:r>
                    </a:p>
                  </a:txBody>
                  <a:tcPr marL="171450" marR="171450" marT="104775" marB="104775"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CSV браузерде өңделеді</a:t>
                      </a:r>
                    </a:p>
                  </a:txBody>
                  <a:tcPr marL="171450" marR="171450" marT="104775" marB="104775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FD0CA"/>
                          </a:solidFill>
                        </a:rPr>
                        <a:t>Сату файлы серверге жіберілмейді</a:t>
                      </a:r>
                    </a:p>
                  </a:txBody>
                  <a:tcPr marL="171450" marR="171450" marT="104775" marB="104775"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Формула ашық көрсетіледі</a:t>
                      </a:r>
                    </a:p>
                  </a:txBody>
                  <a:tcPr marL="171450" marR="171450" marT="104775" marB="104775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FD0CA"/>
                          </a:solidFill>
                        </a:rPr>
                        <a:t>Болжам қайдан шыққанын көреді</a:t>
                      </a:r>
                    </a:p>
                  </a:txBody>
                  <a:tcPr marL="171450" marR="171450" marT="104775" marB="104775"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Адамның растауы сақталады</a:t>
                      </a:r>
                    </a:p>
                  </a:txBody>
                  <a:tcPr marL="171450" marR="171450" marT="104775" marB="104775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FD0CA"/>
                          </a:solidFill>
                        </a:rPr>
                        <a:t>Қате әрекетке өту тәуекелі азаяды</a:t>
                      </a:r>
                    </a:p>
                  </a:txBody>
                  <a:tcPr marL="171450" marR="171450" marT="104775" marB="104775"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Командаға арналған бриф</a:t>
                      </a:r>
                    </a:p>
                  </a:txBody>
                  <a:tcPr marL="171450" marR="171450" marT="104775" marB="104775">
                    <a:lnL w="9525">
                      <a:solidFill>
                        <a:srgbClr val="31524B"/>
                      </a:solidFill>
                      <a:prstDash val="solid"/>
                    </a:lnL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FD0CA"/>
                          </a:solidFill>
                        </a:rPr>
                        <a:t>Пилотты нақты орындаушыға береді</a:t>
                      </a:r>
                    </a:p>
                  </a:txBody>
                  <a:tcPr marL="171450" marR="171450" marT="104775" marB="104775">
                    <a:lnR w="9525">
                      <a:solidFill>
                        <a:srgbClr val="31524B"/>
                      </a:solidFill>
                      <a:prstDash val="solid"/>
                    </a:lnR>
                    <a:lnB w="9525">
                      <a:solidFill>
                        <a:srgbClr val="31524B"/>
                      </a:solidFill>
                      <a:prstDash val="solid"/>
                    </a:lnB>
                    <a:solidFill>
                      <a:srgbClr val="102220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031A-9932-4524-AE6D-7C3867E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66579-06DF-43E6-AE20-D213FAE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A9BBB5"/>
                </a:solidFill>
              </a:defRPr>
            </a:defPPr>
            <a:lvl1pPr>
              <a:defRPr sz="750" b="1" i="0">
                <a:solidFill>
                  <a:srgbClr val="A9BBB5"/>
                </a:solidFill>
              </a:defRPr>
            </a:lvl1pPr>
            <a:lvl2pPr>
              <a:defRPr sz="750" b="1" i="0">
                <a:solidFill>
                  <a:srgbClr val="A9BBB5"/>
                </a:solidFill>
              </a:defRPr>
            </a:lvl2pPr>
            <a:lvl3pPr>
              <a:defRPr sz="750" b="1" i="0">
                <a:solidFill>
                  <a:srgbClr val="A9BBB5"/>
                </a:solidFill>
              </a:defRPr>
            </a:lvl3pPr>
            <a:lvl4pPr>
              <a:defRPr sz="750" b="1" i="0">
                <a:solidFill>
                  <a:srgbClr val="A9BBB5"/>
                </a:solidFill>
              </a:defRPr>
            </a:lvl4pPr>
            <a:lvl5pPr>
              <a:defRPr sz="750" b="1" i="0">
                <a:solidFill>
                  <a:srgbClr val="A9BBB5"/>
                </a:solidFill>
              </a:defRPr>
            </a:lvl5pPr>
            <a:lvl6pPr>
              <a:defRPr sz="750" b="1" i="0">
                <a:solidFill>
                  <a:srgbClr val="A9BBB5"/>
                </a:solidFill>
              </a:defRPr>
            </a:lvl6pPr>
            <a:lvl7pPr>
              <a:defRPr sz="750" b="1" i="0">
                <a:solidFill>
                  <a:srgbClr val="A9BBB5"/>
                </a:solidFill>
              </a:defRPr>
            </a:lvl7pPr>
            <a:lvl8pPr>
              <a:defRPr sz="750" b="1" i="0">
                <a:solidFill>
                  <a:srgbClr val="A9BBB5"/>
                </a:solidFill>
              </a:defRPr>
            </a:lvl8pPr>
            <a:lvl9pPr>
              <a:defRPr sz="750" b="1" i="0">
                <a:solidFill>
                  <a:srgbClr val="A9BBB5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A9BBB5"/>
                </a:solidFill>
              </a:defRPr>
            </a:pPr>
            <a:r>
              <a:rPr sz="750" b="1" i="0">
                <a:solidFill>
                  <a:srgbClr val="A9BBB5"/>
                </a:solidFill>
              </a:rPr>
              <a:t>АРТЫҚШЫЛЫҚ / ӨЛШЕМ, ТІЛ, БАҚЫЛАУ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D0241-38D3-4687-A04D-180593F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</a:defRPr>
            </a:defPPr>
            <a:lvl1pPr>
              <a:defRPr sz="900" b="1" i="0">
                <a:solidFill>
                  <a:srgbClr val="FFFFFF"/>
                </a:solidFill>
              </a:defRPr>
            </a:lvl1pPr>
            <a:lvl2pPr>
              <a:defRPr sz="900" b="1" i="0">
                <a:solidFill>
                  <a:srgbClr val="FFFFFF"/>
                </a:solidFill>
              </a:defRPr>
            </a:lvl2pPr>
            <a:lvl3pPr>
              <a:defRPr sz="900" b="1" i="0">
                <a:solidFill>
                  <a:srgbClr val="FFFFFF"/>
                </a:solidFill>
              </a:defRPr>
            </a:lvl3pPr>
            <a:lvl4pPr>
              <a:defRPr sz="900" b="1" i="0">
                <a:solidFill>
                  <a:srgbClr val="FFFFFF"/>
                </a:solidFill>
              </a:defRPr>
            </a:lvl4pPr>
            <a:lvl5pPr>
              <a:defRPr sz="900" b="1" i="0">
                <a:solidFill>
                  <a:srgbClr val="FFFFFF"/>
                </a:solidFill>
              </a:defRPr>
            </a:lvl5pPr>
            <a:lvl6pPr>
              <a:defRPr sz="900" b="1" i="0">
                <a:solidFill>
                  <a:srgbClr val="FFFFFF"/>
                </a:solidFill>
              </a:defRPr>
            </a:lvl6pPr>
            <a:lvl7pPr>
              <a:defRPr sz="900" b="1" i="0">
                <a:solidFill>
                  <a:srgbClr val="FFFFFF"/>
                </a:solidFill>
              </a:defRPr>
            </a:lvl7pPr>
            <a:lvl8pPr>
              <a:defRPr sz="900" b="1" i="0">
                <a:solidFill>
                  <a:srgbClr val="FFFFFF"/>
                </a:solidFill>
              </a:defRPr>
            </a:lvl8pPr>
            <a:lvl9pPr>
              <a:defRPr sz="9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2066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C8B1D-2BF5-4B66-ADDF-9E70100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102B27"/>
                </a:solidFill>
              </a:defRPr>
            </a:defPPr>
            <a:lvl1pPr>
              <a:defRPr sz="2100" b="1" i="0">
                <a:solidFill>
                  <a:srgbClr val="102B27"/>
                </a:solidFill>
              </a:defRPr>
            </a:lvl1pPr>
            <a:lvl2pPr>
              <a:defRPr sz="2100" b="1" i="0">
                <a:solidFill>
                  <a:srgbClr val="102B27"/>
                </a:solidFill>
              </a:defRPr>
            </a:lvl2pPr>
            <a:lvl3pPr>
              <a:defRPr sz="2100" b="1" i="0">
                <a:solidFill>
                  <a:srgbClr val="102B27"/>
                </a:solidFill>
              </a:defRPr>
            </a:lvl3pPr>
            <a:lvl4pPr>
              <a:defRPr sz="2100" b="1" i="0">
                <a:solidFill>
                  <a:srgbClr val="102B27"/>
                </a:solidFill>
              </a:defRPr>
            </a:lvl4pPr>
            <a:lvl5pPr>
              <a:defRPr sz="2100" b="1" i="0">
                <a:solidFill>
                  <a:srgbClr val="102B27"/>
                </a:solidFill>
              </a:defRPr>
            </a:lvl5pPr>
            <a:lvl6pPr>
              <a:defRPr sz="2100" b="1" i="0">
                <a:solidFill>
                  <a:srgbClr val="102B27"/>
                </a:solidFill>
              </a:defRPr>
            </a:lvl6pPr>
            <a:lvl7pPr>
              <a:defRPr sz="2100" b="1" i="0">
                <a:solidFill>
                  <a:srgbClr val="102B27"/>
                </a:solidFill>
              </a:defRPr>
            </a:lvl7pPr>
            <a:lvl8pPr>
              <a:defRPr sz="2100" b="1" i="0">
                <a:solidFill>
                  <a:srgbClr val="102B27"/>
                </a:solidFill>
              </a:defRPr>
            </a:lvl8pPr>
            <a:lvl9pPr>
              <a:defRPr sz="21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02B27"/>
                </a:solidFill>
              </a:defRPr>
            </a:pPr>
            <a:r>
              <a:rPr sz="2100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2F6BC-DB94-49AC-B4F8-E5BFAF9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C048-219F-45EC-8817-194F67EB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CD33-2337-4232-86CB-23FF5BC7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102B27"/>
                </a:solidFill>
              </a:defRPr>
            </a:defPPr>
            <a:lvl1pPr>
              <a:defRPr sz="3150" b="1" i="0">
                <a:solidFill>
                  <a:srgbClr val="102B27"/>
                </a:solidFill>
              </a:defRPr>
            </a:lvl1pPr>
            <a:lvl2pPr>
              <a:defRPr sz="3150" b="1" i="0">
                <a:solidFill>
                  <a:srgbClr val="102B27"/>
                </a:solidFill>
              </a:defRPr>
            </a:lvl2pPr>
            <a:lvl3pPr>
              <a:defRPr sz="3150" b="1" i="0">
                <a:solidFill>
                  <a:srgbClr val="102B27"/>
                </a:solidFill>
              </a:defRPr>
            </a:lvl3pPr>
            <a:lvl4pPr>
              <a:defRPr sz="3150" b="1" i="0">
                <a:solidFill>
                  <a:srgbClr val="102B27"/>
                </a:solidFill>
              </a:defRPr>
            </a:lvl4pPr>
            <a:lvl5pPr>
              <a:defRPr sz="3150" b="1" i="0">
                <a:solidFill>
                  <a:srgbClr val="102B27"/>
                </a:solidFill>
              </a:defRPr>
            </a:lvl5pPr>
            <a:lvl6pPr>
              <a:defRPr sz="3150" b="1" i="0">
                <a:solidFill>
                  <a:srgbClr val="102B27"/>
                </a:solidFill>
              </a:defRPr>
            </a:lvl6pPr>
            <a:lvl7pPr>
              <a:defRPr sz="3150" b="1" i="0">
                <a:solidFill>
                  <a:srgbClr val="102B27"/>
                </a:solidFill>
              </a:defRPr>
            </a:lvl7pPr>
            <a:lvl8pPr>
              <a:defRPr sz="3150" b="1" i="0">
                <a:solidFill>
                  <a:srgbClr val="102B27"/>
                </a:solidFill>
              </a:defRPr>
            </a:lvl8pPr>
            <a:lvl9pPr>
              <a:defRPr sz="31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102B27"/>
                </a:solidFill>
              </a:defRPr>
            </a:pPr>
            <a:r>
              <a:rPr sz="3150" b="1" i="0">
                <a:solidFill>
                  <a:srgbClr val="102B27"/>
                </a:solidFill>
              </a:rPr>
              <a:t>Іске қосу моделі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822AE-0276-4E5F-918E-2859DBA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8776E"/>
                </a:solidFill>
              </a:defRPr>
            </a:defPPr>
            <a:lvl1pPr>
              <a:defRPr sz="1425" b="0" i="0">
                <a:solidFill>
                  <a:srgbClr val="68776E"/>
                </a:solidFill>
              </a:defRPr>
            </a:lvl1pPr>
            <a:lvl2pPr>
              <a:defRPr sz="1425" b="0" i="0">
                <a:solidFill>
                  <a:srgbClr val="68776E"/>
                </a:solidFill>
              </a:defRPr>
            </a:lvl2pPr>
            <a:lvl3pPr>
              <a:defRPr sz="1425" b="0" i="0">
                <a:solidFill>
                  <a:srgbClr val="68776E"/>
                </a:solidFill>
              </a:defRPr>
            </a:lvl3pPr>
            <a:lvl4pPr>
              <a:defRPr sz="1425" b="0" i="0">
                <a:solidFill>
                  <a:srgbClr val="68776E"/>
                </a:solidFill>
              </a:defRPr>
            </a:lvl4pPr>
            <a:lvl5pPr>
              <a:defRPr sz="1425" b="0" i="0">
                <a:solidFill>
                  <a:srgbClr val="68776E"/>
                </a:solidFill>
              </a:defRPr>
            </a:lvl5pPr>
            <a:lvl6pPr>
              <a:defRPr sz="1425" b="0" i="0">
                <a:solidFill>
                  <a:srgbClr val="68776E"/>
                </a:solidFill>
              </a:defRPr>
            </a:lvl6pPr>
            <a:lvl7pPr>
              <a:defRPr sz="1425" b="0" i="0">
                <a:solidFill>
                  <a:srgbClr val="68776E"/>
                </a:solidFill>
              </a:defRPr>
            </a:lvl7pPr>
            <a:lvl8pPr>
              <a:defRPr sz="1425" b="0" i="0">
                <a:solidFill>
                  <a:srgbClr val="68776E"/>
                </a:solidFill>
              </a:defRPr>
            </a:lvl8pPr>
            <a:lvl9pPr>
              <a:defRPr sz="142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68776E"/>
                </a:solidFill>
              </a:defRPr>
            </a:pPr>
            <a:r>
              <a:rPr sz="1425" b="0" i="0">
                <a:solidFill>
                  <a:srgbClr val="68776E"/>
                </a:solidFill>
              </a:rPr>
              <a:t>Ұсынылатын жол шағын пилоттан басталып, дәлелденген сценарийлермен кеңейеді.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4158E-EF2F-414F-A28A-FDDF545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DFCAA-E4C4-4429-9313-E57BFF3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C40F-CCE6-4E33-95EC-11197E9B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43D7DF"/>
                </a:solidFill>
              </a:defRPr>
            </a:defPPr>
            <a:lvl1pPr>
              <a:defRPr sz="1050" b="1" i="0">
                <a:solidFill>
                  <a:srgbClr val="43D7DF"/>
                </a:solidFill>
              </a:defRPr>
            </a:lvl1pPr>
            <a:lvl2pPr>
              <a:defRPr sz="1050" b="1" i="0">
                <a:solidFill>
                  <a:srgbClr val="43D7DF"/>
                </a:solidFill>
              </a:defRPr>
            </a:lvl2pPr>
            <a:lvl3pPr>
              <a:defRPr sz="1050" b="1" i="0">
                <a:solidFill>
                  <a:srgbClr val="43D7DF"/>
                </a:solidFill>
              </a:defRPr>
            </a:lvl3pPr>
            <a:lvl4pPr>
              <a:defRPr sz="1050" b="1" i="0">
                <a:solidFill>
                  <a:srgbClr val="43D7DF"/>
                </a:solidFill>
              </a:defRPr>
            </a:lvl4pPr>
            <a:lvl5pPr>
              <a:defRPr sz="1050" b="1" i="0">
                <a:solidFill>
                  <a:srgbClr val="43D7DF"/>
                </a:solidFill>
              </a:defRPr>
            </a:lvl5pPr>
            <a:lvl6pPr>
              <a:defRPr sz="1050" b="1" i="0">
                <a:solidFill>
                  <a:srgbClr val="43D7DF"/>
                </a:solidFill>
              </a:defRPr>
            </a:lvl6pPr>
            <a:lvl7pPr>
              <a:defRPr sz="1050" b="1" i="0">
                <a:solidFill>
                  <a:srgbClr val="43D7DF"/>
                </a:solidFill>
              </a:defRPr>
            </a:lvl7pPr>
            <a:lvl8pPr>
              <a:defRPr sz="1050" b="1" i="0">
                <a:solidFill>
                  <a:srgbClr val="43D7DF"/>
                </a:solidFill>
              </a:defRPr>
            </a:lvl8pPr>
            <a:lvl9pPr>
              <a:defRPr sz="1050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43D7DF"/>
                </a:solidFill>
              </a:defRPr>
            </a:pPr>
            <a:r>
              <a:rPr sz="1050" b="1" i="0">
                <a:solidFill>
                  <a:srgbClr val="43D7D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CDDC0-1E8B-4A2E-8F30-173A00A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102B27"/>
                </a:solidFill>
              </a:defRPr>
            </a:defPPr>
            <a:lvl1pPr>
              <a:defRPr sz="2025" b="1" i="0">
                <a:solidFill>
                  <a:srgbClr val="102B27"/>
                </a:solidFill>
              </a:defRPr>
            </a:lvl1pPr>
            <a:lvl2pPr>
              <a:defRPr sz="2025" b="1" i="0">
                <a:solidFill>
                  <a:srgbClr val="102B27"/>
                </a:solidFill>
              </a:defRPr>
            </a:lvl2pPr>
            <a:lvl3pPr>
              <a:defRPr sz="2025" b="1" i="0">
                <a:solidFill>
                  <a:srgbClr val="102B27"/>
                </a:solidFill>
              </a:defRPr>
            </a:lvl3pPr>
            <a:lvl4pPr>
              <a:defRPr sz="2025" b="1" i="0">
                <a:solidFill>
                  <a:srgbClr val="102B27"/>
                </a:solidFill>
              </a:defRPr>
            </a:lvl4pPr>
            <a:lvl5pPr>
              <a:defRPr sz="2025" b="1" i="0">
                <a:solidFill>
                  <a:srgbClr val="102B27"/>
                </a:solidFill>
              </a:defRPr>
            </a:lvl5pPr>
            <a:lvl6pPr>
              <a:defRPr sz="2025" b="1" i="0">
                <a:solidFill>
                  <a:srgbClr val="102B27"/>
                </a:solidFill>
              </a:defRPr>
            </a:lvl6pPr>
            <a:lvl7pPr>
              <a:defRPr sz="2025" b="1" i="0">
                <a:solidFill>
                  <a:srgbClr val="102B27"/>
                </a:solidFill>
              </a:defRPr>
            </a:lvl7pPr>
            <a:lvl8pPr>
              <a:defRPr sz="2025" b="1" i="0">
                <a:solidFill>
                  <a:srgbClr val="102B27"/>
                </a:solidFill>
              </a:defRPr>
            </a:lvl8pPr>
            <a:lvl9pPr>
              <a:defRPr sz="20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02B27"/>
                </a:solidFill>
              </a:defRPr>
            </a:pPr>
            <a:r>
              <a:rPr sz="2025" b="1" i="0">
                <a:solidFill>
                  <a:srgbClr val="102B27"/>
                </a:solidFill>
              </a:rPr>
              <a:t>5–10 кәсіпкер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C1BD9-B2F7-40EA-92EA-98683AD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Мәселені жинау және бастапқы метриканы бекіту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C84F-A707-4F22-9986-9101AB4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1DBE4-9A4E-44A4-8342-14386E7B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602B6-BCA3-4A5A-8D01-6561EE40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C7F45A"/>
                </a:solidFill>
              </a:defRPr>
            </a:defPPr>
            <a:lvl1pPr>
              <a:defRPr sz="1050" b="1" i="0">
                <a:solidFill>
                  <a:srgbClr val="C7F45A"/>
                </a:solidFill>
              </a:defRPr>
            </a:lvl1pPr>
            <a:lvl2pPr>
              <a:defRPr sz="1050" b="1" i="0">
                <a:solidFill>
                  <a:srgbClr val="C7F45A"/>
                </a:solidFill>
              </a:defRPr>
            </a:lvl2pPr>
            <a:lvl3pPr>
              <a:defRPr sz="1050" b="1" i="0">
                <a:solidFill>
                  <a:srgbClr val="C7F45A"/>
                </a:solidFill>
              </a:defRPr>
            </a:lvl3pPr>
            <a:lvl4pPr>
              <a:defRPr sz="1050" b="1" i="0">
                <a:solidFill>
                  <a:srgbClr val="C7F45A"/>
                </a:solidFill>
              </a:defRPr>
            </a:lvl4pPr>
            <a:lvl5pPr>
              <a:defRPr sz="1050" b="1" i="0">
                <a:solidFill>
                  <a:srgbClr val="C7F45A"/>
                </a:solidFill>
              </a:defRPr>
            </a:lvl5pPr>
            <a:lvl6pPr>
              <a:defRPr sz="1050" b="1" i="0">
                <a:solidFill>
                  <a:srgbClr val="C7F45A"/>
                </a:solidFill>
              </a:defRPr>
            </a:lvl6pPr>
            <a:lvl7pPr>
              <a:defRPr sz="1050" b="1" i="0">
                <a:solidFill>
                  <a:srgbClr val="C7F45A"/>
                </a:solidFill>
              </a:defRPr>
            </a:lvl7pPr>
            <a:lvl8pPr>
              <a:defRPr sz="1050" b="1" i="0">
                <a:solidFill>
                  <a:srgbClr val="C7F45A"/>
                </a:solidFill>
              </a:defRPr>
            </a:lvl8pPr>
            <a:lvl9pPr>
              <a:defRPr sz="105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C7F45A"/>
                </a:solidFill>
              </a:defRPr>
            </a:pPr>
            <a:r>
              <a:rPr sz="1050" b="1" i="0">
                <a:solidFill>
                  <a:srgbClr val="C7F45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04AB0-3D28-430C-B77A-2F121DC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57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102B27"/>
                </a:solidFill>
              </a:defRPr>
            </a:defPPr>
            <a:lvl1pPr>
              <a:defRPr sz="2025" b="1" i="0">
                <a:solidFill>
                  <a:srgbClr val="102B27"/>
                </a:solidFill>
              </a:defRPr>
            </a:lvl1pPr>
            <a:lvl2pPr>
              <a:defRPr sz="2025" b="1" i="0">
                <a:solidFill>
                  <a:srgbClr val="102B27"/>
                </a:solidFill>
              </a:defRPr>
            </a:lvl2pPr>
            <a:lvl3pPr>
              <a:defRPr sz="2025" b="1" i="0">
                <a:solidFill>
                  <a:srgbClr val="102B27"/>
                </a:solidFill>
              </a:defRPr>
            </a:lvl3pPr>
            <a:lvl4pPr>
              <a:defRPr sz="2025" b="1" i="0">
                <a:solidFill>
                  <a:srgbClr val="102B27"/>
                </a:solidFill>
              </a:defRPr>
            </a:lvl4pPr>
            <a:lvl5pPr>
              <a:defRPr sz="2025" b="1" i="0">
                <a:solidFill>
                  <a:srgbClr val="102B27"/>
                </a:solidFill>
              </a:defRPr>
            </a:lvl5pPr>
            <a:lvl6pPr>
              <a:defRPr sz="2025" b="1" i="0">
                <a:solidFill>
                  <a:srgbClr val="102B27"/>
                </a:solidFill>
              </a:defRPr>
            </a:lvl6pPr>
            <a:lvl7pPr>
              <a:defRPr sz="2025" b="1" i="0">
                <a:solidFill>
                  <a:srgbClr val="102B27"/>
                </a:solidFill>
              </a:defRPr>
            </a:lvl7pPr>
            <a:lvl8pPr>
              <a:defRPr sz="2025" b="1" i="0">
                <a:solidFill>
                  <a:srgbClr val="102B27"/>
                </a:solidFill>
              </a:defRPr>
            </a:lvl8pPr>
            <a:lvl9pPr>
              <a:defRPr sz="20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02B27"/>
                </a:solidFill>
              </a:defRPr>
            </a:pPr>
            <a:r>
              <a:rPr sz="2025" b="1" i="0">
                <a:solidFill>
                  <a:srgbClr val="102B27"/>
                </a:solidFill>
              </a:rPr>
              <a:t>4 апталық пилот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656C2-7DEA-4CA7-B946-8F132D7B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480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Бір міндетті тексеру және фактіні өлшеу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8D44E-D7B2-4560-96A9-12CC442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40A5F-DB3C-424D-BEDC-0315B163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4E442-FF5D-485E-9DB0-AB81A02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EC4E9A"/>
                </a:solidFill>
              </a:defRPr>
            </a:defPPr>
            <a:lvl1pPr>
              <a:defRPr sz="1050" b="1" i="0">
                <a:solidFill>
                  <a:srgbClr val="EC4E9A"/>
                </a:solidFill>
              </a:defRPr>
            </a:lvl1pPr>
            <a:lvl2pPr>
              <a:defRPr sz="1050" b="1" i="0">
                <a:solidFill>
                  <a:srgbClr val="EC4E9A"/>
                </a:solidFill>
              </a:defRPr>
            </a:lvl2pPr>
            <a:lvl3pPr>
              <a:defRPr sz="1050" b="1" i="0">
                <a:solidFill>
                  <a:srgbClr val="EC4E9A"/>
                </a:solidFill>
              </a:defRPr>
            </a:lvl3pPr>
            <a:lvl4pPr>
              <a:defRPr sz="1050" b="1" i="0">
                <a:solidFill>
                  <a:srgbClr val="EC4E9A"/>
                </a:solidFill>
              </a:defRPr>
            </a:lvl4pPr>
            <a:lvl5pPr>
              <a:defRPr sz="1050" b="1" i="0">
                <a:solidFill>
                  <a:srgbClr val="EC4E9A"/>
                </a:solidFill>
              </a:defRPr>
            </a:lvl5pPr>
            <a:lvl6pPr>
              <a:defRPr sz="1050" b="1" i="0">
                <a:solidFill>
                  <a:srgbClr val="EC4E9A"/>
                </a:solidFill>
              </a:defRPr>
            </a:lvl6pPr>
            <a:lvl7pPr>
              <a:defRPr sz="1050" b="1" i="0">
                <a:solidFill>
                  <a:srgbClr val="EC4E9A"/>
                </a:solidFill>
              </a:defRPr>
            </a:lvl7pPr>
            <a:lvl8pPr>
              <a:defRPr sz="1050" b="1" i="0">
                <a:solidFill>
                  <a:srgbClr val="EC4E9A"/>
                </a:solidFill>
              </a:defRPr>
            </a:lvl8pPr>
            <a:lvl9pPr>
              <a:defRPr sz="1050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EC4E9A"/>
                </a:solidFill>
              </a:defRPr>
            </a:pPr>
            <a:r>
              <a:rPr sz="1050" b="1" i="0">
                <a:solidFill>
                  <a:srgbClr val="EC4E9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8FB1B-3AF9-40E7-BE7B-FA52B25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102B27"/>
                </a:solidFill>
              </a:defRPr>
            </a:defPPr>
            <a:lvl1pPr>
              <a:defRPr sz="2025" b="1" i="0">
                <a:solidFill>
                  <a:srgbClr val="102B27"/>
                </a:solidFill>
              </a:defRPr>
            </a:lvl1pPr>
            <a:lvl2pPr>
              <a:defRPr sz="2025" b="1" i="0">
                <a:solidFill>
                  <a:srgbClr val="102B27"/>
                </a:solidFill>
              </a:defRPr>
            </a:lvl2pPr>
            <a:lvl3pPr>
              <a:defRPr sz="2025" b="1" i="0">
                <a:solidFill>
                  <a:srgbClr val="102B27"/>
                </a:solidFill>
              </a:defRPr>
            </a:lvl3pPr>
            <a:lvl4pPr>
              <a:defRPr sz="2025" b="1" i="0">
                <a:solidFill>
                  <a:srgbClr val="102B27"/>
                </a:solidFill>
              </a:defRPr>
            </a:lvl4pPr>
            <a:lvl5pPr>
              <a:defRPr sz="2025" b="1" i="0">
                <a:solidFill>
                  <a:srgbClr val="102B27"/>
                </a:solidFill>
              </a:defRPr>
            </a:lvl5pPr>
            <a:lvl6pPr>
              <a:defRPr sz="2025" b="1" i="0">
                <a:solidFill>
                  <a:srgbClr val="102B27"/>
                </a:solidFill>
              </a:defRPr>
            </a:lvl6pPr>
            <a:lvl7pPr>
              <a:defRPr sz="2025" b="1" i="0">
                <a:solidFill>
                  <a:srgbClr val="102B27"/>
                </a:solidFill>
              </a:defRPr>
            </a:lvl7pPr>
            <a:lvl8pPr>
              <a:defRPr sz="2025" b="1" i="0">
                <a:solidFill>
                  <a:srgbClr val="102B27"/>
                </a:solidFill>
              </a:defRPr>
            </a:lvl8pPr>
            <a:lvl9pPr>
              <a:defRPr sz="20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02B27"/>
                </a:solidFill>
              </a:defRPr>
            </a:pPr>
            <a:r>
              <a:rPr sz="2025" b="1" i="0">
                <a:solidFill>
                  <a:srgbClr val="102B27"/>
                </a:solidFill>
              </a:rPr>
              <a:t>Сценарийді кеңейту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FEF7F-7CF8-45D7-8259-065E4AE6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68776E"/>
                </a:solidFill>
              </a:defRPr>
            </a:defPPr>
            <a:lvl1pPr>
              <a:defRPr sz="1275" b="0" i="0">
                <a:solidFill>
                  <a:srgbClr val="68776E"/>
                </a:solidFill>
              </a:defRPr>
            </a:lvl1pPr>
            <a:lvl2pPr>
              <a:defRPr sz="1275" b="0" i="0">
                <a:solidFill>
                  <a:srgbClr val="68776E"/>
                </a:solidFill>
              </a:defRPr>
            </a:lvl2pPr>
            <a:lvl3pPr>
              <a:defRPr sz="1275" b="0" i="0">
                <a:solidFill>
                  <a:srgbClr val="68776E"/>
                </a:solidFill>
              </a:defRPr>
            </a:lvl3pPr>
            <a:lvl4pPr>
              <a:defRPr sz="1275" b="0" i="0">
                <a:solidFill>
                  <a:srgbClr val="68776E"/>
                </a:solidFill>
              </a:defRPr>
            </a:lvl4pPr>
            <a:lvl5pPr>
              <a:defRPr sz="1275" b="0" i="0">
                <a:solidFill>
                  <a:srgbClr val="68776E"/>
                </a:solidFill>
              </a:defRPr>
            </a:lvl5pPr>
            <a:lvl6pPr>
              <a:defRPr sz="1275" b="0" i="0">
                <a:solidFill>
                  <a:srgbClr val="68776E"/>
                </a:solidFill>
              </a:defRPr>
            </a:lvl6pPr>
            <a:lvl7pPr>
              <a:defRPr sz="1275" b="0" i="0">
                <a:solidFill>
                  <a:srgbClr val="68776E"/>
                </a:solidFill>
              </a:defRPr>
            </a:lvl7pPr>
            <a:lvl8pPr>
              <a:defRPr sz="1275" b="0" i="0">
                <a:solidFill>
                  <a:srgbClr val="68776E"/>
                </a:solidFill>
              </a:defRPr>
            </a:lvl8pPr>
            <a:lvl9pPr>
              <a:defRPr sz="12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8776E"/>
                </a:solidFill>
              </a:defRPr>
            </a:pPr>
            <a:r>
              <a:rPr sz="1275" b="0" i="0">
                <a:solidFill>
                  <a:srgbClr val="68776E"/>
                </a:solidFill>
              </a:rPr>
              <a:t>Командалар арқылы енгізу және қолдау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60F11-18C4-4657-92D9-ED068DA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02B27"/>
                </a:solidFill>
              </a:defRPr>
            </a:defPPr>
            <a:lvl1pPr>
              <a:defRPr sz="1350" b="1" i="0">
                <a:solidFill>
                  <a:srgbClr val="102B27"/>
                </a:solidFill>
              </a:defRPr>
            </a:lvl1pPr>
            <a:lvl2pPr>
              <a:defRPr sz="1350" b="1" i="0">
                <a:solidFill>
                  <a:srgbClr val="102B27"/>
                </a:solidFill>
              </a:defRPr>
            </a:lvl2pPr>
            <a:lvl3pPr>
              <a:defRPr sz="1350" b="1" i="0">
                <a:solidFill>
                  <a:srgbClr val="102B27"/>
                </a:solidFill>
              </a:defRPr>
            </a:lvl3pPr>
            <a:lvl4pPr>
              <a:defRPr sz="1350" b="1" i="0">
                <a:solidFill>
                  <a:srgbClr val="102B27"/>
                </a:solidFill>
              </a:defRPr>
            </a:lvl4pPr>
            <a:lvl5pPr>
              <a:defRPr sz="1350" b="1" i="0">
                <a:solidFill>
                  <a:srgbClr val="102B27"/>
                </a:solidFill>
              </a:defRPr>
            </a:lvl5pPr>
            <a:lvl6pPr>
              <a:defRPr sz="1350" b="1" i="0">
                <a:solidFill>
                  <a:srgbClr val="102B27"/>
                </a:solidFill>
              </a:defRPr>
            </a:lvl6pPr>
            <a:lvl7pPr>
              <a:defRPr sz="1350" b="1" i="0">
                <a:solidFill>
                  <a:srgbClr val="102B27"/>
                </a:solidFill>
              </a:defRPr>
            </a:lvl7pPr>
            <a:lvl8pPr>
              <a:defRPr sz="1350" b="1" i="0">
                <a:solidFill>
                  <a:srgbClr val="102B27"/>
                </a:solidFill>
              </a:defRPr>
            </a:lvl8pPr>
            <a:lvl9pPr>
              <a:defRPr sz="13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102B27"/>
                </a:solidFill>
              </a:defRPr>
            </a:pPr>
            <a:r>
              <a:rPr sz="1350" b="1" i="0">
                <a:solidFill>
                  <a:srgbClr val="102B27"/>
                </a:solidFill>
              </a:rPr>
              <a:t>Тұрақты модельдің логикасы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4C85E-717E-4268-8C59-12A4E4CD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3C34"/>
                </a:solidFill>
              </a:defRPr>
            </a:defPPr>
            <a:lvl1pPr>
              <a:defRPr sz="1200" b="1" i="0">
                <a:solidFill>
                  <a:srgbClr val="123C34"/>
                </a:solidFill>
              </a:defRPr>
            </a:lvl1pPr>
            <a:lvl2pPr>
              <a:defRPr sz="1200" b="1" i="0">
                <a:solidFill>
                  <a:srgbClr val="123C34"/>
                </a:solidFill>
              </a:defRPr>
            </a:lvl2pPr>
            <a:lvl3pPr>
              <a:defRPr sz="1200" b="1" i="0">
                <a:solidFill>
                  <a:srgbClr val="123C34"/>
                </a:solidFill>
              </a:defRPr>
            </a:lvl3pPr>
            <a:lvl4pPr>
              <a:defRPr sz="1200" b="1" i="0">
                <a:solidFill>
                  <a:srgbClr val="123C34"/>
                </a:solidFill>
              </a:defRPr>
            </a:lvl4pPr>
            <a:lvl5pPr>
              <a:defRPr sz="1200" b="1" i="0">
                <a:solidFill>
                  <a:srgbClr val="123C34"/>
                </a:solidFill>
              </a:defRPr>
            </a:lvl5pPr>
            <a:lvl6pPr>
              <a:defRPr sz="1200" b="1" i="0">
                <a:solidFill>
                  <a:srgbClr val="123C34"/>
                </a:solidFill>
              </a:defRPr>
            </a:lvl6pPr>
            <a:lvl7pPr>
              <a:defRPr sz="1200" b="1" i="0">
                <a:solidFill>
                  <a:srgbClr val="123C34"/>
                </a:solidFill>
              </a:defRPr>
            </a:lvl7pPr>
            <a:lvl8pPr>
              <a:defRPr sz="1200" b="1" i="0">
                <a:solidFill>
                  <a:srgbClr val="123C34"/>
                </a:solidFill>
              </a:defRPr>
            </a:lvl8pPr>
            <a:lvl9pPr>
              <a:defRPr sz="1200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123C34"/>
                </a:solidFill>
              </a:defRPr>
            </a:pPr>
            <a:r>
              <a:rPr sz="1200" b="1" i="0">
                <a:solidFill>
                  <a:srgbClr val="123C34"/>
                </a:solidFill>
              </a:rPr>
              <a:t>Тегін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13D01-A59C-4812-8011-57DF0EFC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68776E"/>
                </a:solidFill>
              </a:defRPr>
            </a:defPPr>
            <a:lvl1pPr>
              <a:defRPr sz="1200" b="0" i="0">
                <a:solidFill>
                  <a:srgbClr val="68776E"/>
                </a:solidFill>
              </a:defRPr>
            </a:lvl1pPr>
            <a:lvl2pPr>
              <a:defRPr sz="1200" b="0" i="0">
                <a:solidFill>
                  <a:srgbClr val="68776E"/>
                </a:solidFill>
              </a:defRPr>
            </a:lvl2pPr>
            <a:lvl3pPr>
              <a:defRPr sz="1200" b="0" i="0">
                <a:solidFill>
                  <a:srgbClr val="68776E"/>
                </a:solidFill>
              </a:defRPr>
            </a:lvl3pPr>
            <a:lvl4pPr>
              <a:defRPr sz="1200" b="0" i="0">
                <a:solidFill>
                  <a:srgbClr val="68776E"/>
                </a:solidFill>
              </a:defRPr>
            </a:lvl4pPr>
            <a:lvl5pPr>
              <a:defRPr sz="1200" b="0" i="0">
                <a:solidFill>
                  <a:srgbClr val="68776E"/>
                </a:solidFill>
              </a:defRPr>
            </a:lvl5pPr>
            <a:lvl6pPr>
              <a:defRPr sz="1200" b="0" i="0">
                <a:solidFill>
                  <a:srgbClr val="68776E"/>
                </a:solidFill>
              </a:defRPr>
            </a:lvl6pPr>
            <a:lvl7pPr>
              <a:defRPr sz="1200" b="0" i="0">
                <a:solidFill>
                  <a:srgbClr val="68776E"/>
                </a:solidFill>
              </a:defRPr>
            </a:lvl7pPr>
            <a:lvl8pPr>
              <a:defRPr sz="1200" b="0" i="0">
                <a:solidFill>
                  <a:srgbClr val="68776E"/>
                </a:solidFill>
              </a:defRPr>
            </a:lvl8pPr>
            <a:lvl9pPr>
              <a:defRPr sz="1200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8776E"/>
                </a:solidFill>
              </a:defRPr>
            </a:pPr>
            <a:r>
              <a:rPr sz="1200" b="0" i="0">
                <a:solidFill>
                  <a:srgbClr val="68776E"/>
                </a:solidFill>
              </a:rPr>
              <a:t>Алғашқы диагностика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6AFD3-E91B-4C62-82D3-B120FB7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EC4E9A"/>
                </a:solidFill>
              </a:defRPr>
            </a:defPPr>
            <a:lvl1pPr>
              <a:defRPr sz="1200" b="1" i="0">
                <a:solidFill>
                  <a:srgbClr val="EC4E9A"/>
                </a:solidFill>
              </a:defRPr>
            </a:lvl1pPr>
            <a:lvl2pPr>
              <a:defRPr sz="1200" b="1" i="0">
                <a:solidFill>
                  <a:srgbClr val="EC4E9A"/>
                </a:solidFill>
              </a:defRPr>
            </a:lvl2pPr>
            <a:lvl3pPr>
              <a:defRPr sz="1200" b="1" i="0">
                <a:solidFill>
                  <a:srgbClr val="EC4E9A"/>
                </a:solidFill>
              </a:defRPr>
            </a:lvl3pPr>
            <a:lvl4pPr>
              <a:defRPr sz="1200" b="1" i="0">
                <a:solidFill>
                  <a:srgbClr val="EC4E9A"/>
                </a:solidFill>
              </a:defRPr>
            </a:lvl4pPr>
            <a:lvl5pPr>
              <a:defRPr sz="1200" b="1" i="0">
                <a:solidFill>
                  <a:srgbClr val="EC4E9A"/>
                </a:solidFill>
              </a:defRPr>
            </a:lvl5pPr>
            <a:lvl6pPr>
              <a:defRPr sz="1200" b="1" i="0">
                <a:solidFill>
                  <a:srgbClr val="EC4E9A"/>
                </a:solidFill>
              </a:defRPr>
            </a:lvl6pPr>
            <a:lvl7pPr>
              <a:defRPr sz="1200" b="1" i="0">
                <a:solidFill>
                  <a:srgbClr val="EC4E9A"/>
                </a:solidFill>
              </a:defRPr>
            </a:lvl7pPr>
            <a:lvl8pPr>
              <a:defRPr sz="1200" b="1" i="0">
                <a:solidFill>
                  <a:srgbClr val="EC4E9A"/>
                </a:solidFill>
              </a:defRPr>
            </a:lvl8pPr>
            <a:lvl9pPr>
              <a:defRPr sz="1200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EC4E9A"/>
                </a:solidFill>
              </a:defRPr>
            </a:pPr>
            <a:r>
              <a:rPr sz="1200" b="1" i="0">
                <a:solidFill>
                  <a:srgbClr val="EC4E9A"/>
                </a:solidFill>
              </a:rPr>
              <a:t>Ақылы пилот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2ADB3-EAE5-46E5-B20B-1692A9A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68776E"/>
                </a:solidFill>
              </a:defRPr>
            </a:defPPr>
            <a:lvl1pPr>
              <a:defRPr sz="1200" b="0" i="0">
                <a:solidFill>
                  <a:srgbClr val="68776E"/>
                </a:solidFill>
              </a:defRPr>
            </a:lvl1pPr>
            <a:lvl2pPr>
              <a:defRPr sz="1200" b="0" i="0">
                <a:solidFill>
                  <a:srgbClr val="68776E"/>
                </a:solidFill>
              </a:defRPr>
            </a:lvl2pPr>
            <a:lvl3pPr>
              <a:defRPr sz="1200" b="0" i="0">
                <a:solidFill>
                  <a:srgbClr val="68776E"/>
                </a:solidFill>
              </a:defRPr>
            </a:lvl3pPr>
            <a:lvl4pPr>
              <a:defRPr sz="1200" b="0" i="0">
                <a:solidFill>
                  <a:srgbClr val="68776E"/>
                </a:solidFill>
              </a:defRPr>
            </a:lvl4pPr>
            <a:lvl5pPr>
              <a:defRPr sz="1200" b="0" i="0">
                <a:solidFill>
                  <a:srgbClr val="68776E"/>
                </a:solidFill>
              </a:defRPr>
            </a:lvl5pPr>
            <a:lvl6pPr>
              <a:defRPr sz="1200" b="0" i="0">
                <a:solidFill>
                  <a:srgbClr val="68776E"/>
                </a:solidFill>
              </a:defRPr>
            </a:lvl6pPr>
            <a:lvl7pPr>
              <a:defRPr sz="1200" b="0" i="0">
                <a:solidFill>
                  <a:srgbClr val="68776E"/>
                </a:solidFill>
              </a:defRPr>
            </a:lvl7pPr>
            <a:lvl8pPr>
              <a:defRPr sz="1200" b="0" i="0">
                <a:solidFill>
                  <a:srgbClr val="68776E"/>
                </a:solidFill>
              </a:defRPr>
            </a:lvl8pPr>
            <a:lvl9pPr>
              <a:defRPr sz="1200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8776E"/>
                </a:solidFill>
              </a:defRPr>
            </a:pPr>
            <a:r>
              <a:rPr sz="1200" b="0" i="0">
                <a:solidFill>
                  <a:srgbClr val="68776E"/>
                </a:solidFill>
              </a:rPr>
              <a:t>Орнату және тексеру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A044A-5491-45AF-AD8D-9E816EA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7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3C34"/>
                </a:solidFill>
              </a:defRPr>
            </a:defPPr>
            <a:lvl1pPr>
              <a:defRPr sz="1200" b="1" i="0">
                <a:solidFill>
                  <a:srgbClr val="123C34"/>
                </a:solidFill>
              </a:defRPr>
            </a:lvl1pPr>
            <a:lvl2pPr>
              <a:defRPr sz="1200" b="1" i="0">
                <a:solidFill>
                  <a:srgbClr val="123C34"/>
                </a:solidFill>
              </a:defRPr>
            </a:lvl2pPr>
            <a:lvl3pPr>
              <a:defRPr sz="1200" b="1" i="0">
                <a:solidFill>
                  <a:srgbClr val="123C34"/>
                </a:solidFill>
              </a:defRPr>
            </a:lvl3pPr>
            <a:lvl4pPr>
              <a:defRPr sz="1200" b="1" i="0">
                <a:solidFill>
                  <a:srgbClr val="123C34"/>
                </a:solidFill>
              </a:defRPr>
            </a:lvl4pPr>
            <a:lvl5pPr>
              <a:defRPr sz="1200" b="1" i="0">
                <a:solidFill>
                  <a:srgbClr val="123C34"/>
                </a:solidFill>
              </a:defRPr>
            </a:lvl5pPr>
            <a:lvl6pPr>
              <a:defRPr sz="1200" b="1" i="0">
                <a:solidFill>
                  <a:srgbClr val="123C34"/>
                </a:solidFill>
              </a:defRPr>
            </a:lvl6pPr>
            <a:lvl7pPr>
              <a:defRPr sz="1200" b="1" i="0">
                <a:solidFill>
                  <a:srgbClr val="123C34"/>
                </a:solidFill>
              </a:defRPr>
            </a:lvl7pPr>
            <a:lvl8pPr>
              <a:defRPr sz="1200" b="1" i="0">
                <a:solidFill>
                  <a:srgbClr val="123C34"/>
                </a:solidFill>
              </a:defRPr>
            </a:lvl8pPr>
            <a:lvl9pPr>
              <a:defRPr sz="1200" b="1" i="0">
                <a:solidFill>
                  <a:srgbClr val="123C34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123C34"/>
                </a:solidFill>
              </a:defRPr>
            </a:pPr>
            <a:r>
              <a:rPr sz="1200" b="1" i="0">
                <a:solidFill>
                  <a:srgbClr val="123C34"/>
                </a:solidFill>
              </a:rPr>
              <a:t>Қолдау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109C7-9E6A-49AC-8EB5-E5CB1011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68776E"/>
                </a:solidFill>
              </a:defRPr>
            </a:defPPr>
            <a:lvl1pPr>
              <a:defRPr sz="1200" b="0" i="0">
                <a:solidFill>
                  <a:srgbClr val="68776E"/>
                </a:solidFill>
              </a:defRPr>
            </a:lvl1pPr>
            <a:lvl2pPr>
              <a:defRPr sz="1200" b="0" i="0">
                <a:solidFill>
                  <a:srgbClr val="68776E"/>
                </a:solidFill>
              </a:defRPr>
            </a:lvl2pPr>
            <a:lvl3pPr>
              <a:defRPr sz="1200" b="0" i="0">
                <a:solidFill>
                  <a:srgbClr val="68776E"/>
                </a:solidFill>
              </a:defRPr>
            </a:lvl3pPr>
            <a:lvl4pPr>
              <a:defRPr sz="1200" b="0" i="0">
                <a:solidFill>
                  <a:srgbClr val="68776E"/>
                </a:solidFill>
              </a:defRPr>
            </a:lvl4pPr>
            <a:lvl5pPr>
              <a:defRPr sz="1200" b="0" i="0">
                <a:solidFill>
                  <a:srgbClr val="68776E"/>
                </a:solidFill>
              </a:defRPr>
            </a:lvl5pPr>
            <a:lvl6pPr>
              <a:defRPr sz="1200" b="0" i="0">
                <a:solidFill>
                  <a:srgbClr val="68776E"/>
                </a:solidFill>
              </a:defRPr>
            </a:lvl6pPr>
            <a:lvl7pPr>
              <a:defRPr sz="1200" b="0" i="0">
                <a:solidFill>
                  <a:srgbClr val="68776E"/>
                </a:solidFill>
              </a:defRPr>
            </a:lvl7pPr>
            <a:lvl8pPr>
              <a:defRPr sz="1200" b="0" i="0">
                <a:solidFill>
                  <a:srgbClr val="68776E"/>
                </a:solidFill>
              </a:defRPr>
            </a:lvl8pPr>
            <a:lvl9pPr>
              <a:defRPr sz="1200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8776E"/>
                </a:solidFill>
              </a:defRPr>
            </a:pPr>
            <a:r>
              <a:rPr sz="1200" b="0" i="0">
                <a:solidFill>
                  <a:srgbClr val="68776E"/>
                </a:solidFill>
              </a:rPr>
              <a:t>Жазылым немесе сервистік пакет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3839B-4421-489D-9088-5A233020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68776E"/>
                </a:solidFill>
              </a:defRPr>
            </a:defPPr>
            <a:lvl1pPr>
              <a:defRPr sz="975" b="0" i="0">
                <a:solidFill>
                  <a:srgbClr val="68776E"/>
                </a:solidFill>
              </a:defRPr>
            </a:lvl1pPr>
            <a:lvl2pPr>
              <a:defRPr sz="975" b="0" i="0">
                <a:solidFill>
                  <a:srgbClr val="68776E"/>
                </a:solidFill>
              </a:defRPr>
            </a:lvl2pPr>
            <a:lvl3pPr>
              <a:defRPr sz="975" b="0" i="0">
                <a:solidFill>
                  <a:srgbClr val="68776E"/>
                </a:solidFill>
              </a:defRPr>
            </a:lvl3pPr>
            <a:lvl4pPr>
              <a:defRPr sz="975" b="0" i="0">
                <a:solidFill>
                  <a:srgbClr val="68776E"/>
                </a:solidFill>
              </a:defRPr>
            </a:lvl4pPr>
            <a:lvl5pPr>
              <a:defRPr sz="975" b="0" i="0">
                <a:solidFill>
                  <a:srgbClr val="68776E"/>
                </a:solidFill>
              </a:defRPr>
            </a:lvl5pPr>
            <a:lvl6pPr>
              <a:defRPr sz="975" b="0" i="0">
                <a:solidFill>
                  <a:srgbClr val="68776E"/>
                </a:solidFill>
              </a:defRPr>
            </a:lvl6pPr>
            <a:lvl7pPr>
              <a:defRPr sz="975" b="0" i="0">
                <a:solidFill>
                  <a:srgbClr val="68776E"/>
                </a:solidFill>
              </a:defRPr>
            </a:lvl7pPr>
            <a:lvl8pPr>
              <a:defRPr sz="975" b="0" i="0">
                <a:solidFill>
                  <a:srgbClr val="68776E"/>
                </a:solidFill>
              </a:defRPr>
            </a:lvl8pPr>
            <a:lvl9pPr>
              <a:defRPr sz="9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68776E"/>
                </a:solidFill>
              </a:defRPr>
            </a:pPr>
            <a:r>
              <a:rPr sz="975" b="0" i="0">
                <a:solidFill>
                  <a:srgbClr val="68776E"/>
                </a:solidFill>
              </a:rPr>
              <a:t>Баға мен көлем пилот нәтижесінен кейін бекітіледі.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4D9A37-3BF0-4B2C-AF31-4C1549D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38867-DD08-41F1-A61D-0BAAFFB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68776E"/>
                </a:solidFill>
              </a:defRPr>
            </a:defPPr>
            <a:lvl1pPr>
              <a:defRPr sz="750" b="1" i="0">
                <a:solidFill>
                  <a:srgbClr val="68776E"/>
                </a:solidFill>
              </a:defRPr>
            </a:lvl1pPr>
            <a:lvl2pPr>
              <a:defRPr sz="750" b="1" i="0">
                <a:solidFill>
                  <a:srgbClr val="68776E"/>
                </a:solidFill>
              </a:defRPr>
            </a:lvl2pPr>
            <a:lvl3pPr>
              <a:defRPr sz="750" b="1" i="0">
                <a:solidFill>
                  <a:srgbClr val="68776E"/>
                </a:solidFill>
              </a:defRPr>
            </a:lvl3pPr>
            <a:lvl4pPr>
              <a:defRPr sz="750" b="1" i="0">
                <a:solidFill>
                  <a:srgbClr val="68776E"/>
                </a:solidFill>
              </a:defRPr>
            </a:lvl4pPr>
            <a:lvl5pPr>
              <a:defRPr sz="750" b="1" i="0">
                <a:solidFill>
                  <a:srgbClr val="68776E"/>
                </a:solidFill>
              </a:defRPr>
            </a:lvl5pPr>
            <a:lvl6pPr>
              <a:defRPr sz="750" b="1" i="0">
                <a:solidFill>
                  <a:srgbClr val="68776E"/>
                </a:solidFill>
              </a:defRPr>
            </a:lvl6pPr>
            <a:lvl7pPr>
              <a:defRPr sz="750" b="1" i="0">
                <a:solidFill>
                  <a:srgbClr val="68776E"/>
                </a:solidFill>
              </a:defRPr>
            </a:lvl7pPr>
            <a:lvl8pPr>
              <a:defRPr sz="750" b="1" i="0">
                <a:solidFill>
                  <a:srgbClr val="68776E"/>
                </a:solidFill>
              </a:defRPr>
            </a:lvl8pPr>
            <a:lvl9pPr>
              <a:defRPr sz="75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68776E"/>
                </a:solidFill>
              </a:defRPr>
            </a:pPr>
            <a:r>
              <a:rPr sz="750" b="1" i="0">
                <a:solidFill>
                  <a:srgbClr val="68776E"/>
                </a:solidFill>
              </a:rPr>
              <a:t>ЕНГІЗУ / ҰСЫНЫЛАТЫН МОДЕЛЬ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B2678-2108-41C7-94A4-91B1FE4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B27"/>
                </a:solidFill>
              </a:defRPr>
            </a:defPPr>
            <a:lvl1pPr>
              <a:defRPr sz="900" b="1" i="0">
                <a:solidFill>
                  <a:srgbClr val="102B27"/>
                </a:solidFill>
              </a:defRPr>
            </a:lvl1pPr>
            <a:lvl2pPr>
              <a:defRPr sz="900" b="1" i="0">
                <a:solidFill>
                  <a:srgbClr val="102B27"/>
                </a:solidFill>
              </a:defRPr>
            </a:lvl2pPr>
            <a:lvl3pPr>
              <a:defRPr sz="900" b="1" i="0">
                <a:solidFill>
                  <a:srgbClr val="102B27"/>
                </a:solidFill>
              </a:defRPr>
            </a:lvl3pPr>
            <a:lvl4pPr>
              <a:defRPr sz="900" b="1" i="0">
                <a:solidFill>
                  <a:srgbClr val="102B27"/>
                </a:solidFill>
              </a:defRPr>
            </a:lvl4pPr>
            <a:lvl5pPr>
              <a:defRPr sz="900" b="1" i="0">
                <a:solidFill>
                  <a:srgbClr val="102B27"/>
                </a:solidFill>
              </a:defRPr>
            </a:lvl5pPr>
            <a:lvl6pPr>
              <a:defRPr sz="900" b="1" i="0">
                <a:solidFill>
                  <a:srgbClr val="102B27"/>
                </a:solidFill>
              </a:defRPr>
            </a:lvl6pPr>
            <a:lvl7pPr>
              <a:defRPr sz="900" b="1" i="0">
                <a:solidFill>
                  <a:srgbClr val="102B27"/>
                </a:solidFill>
              </a:defRPr>
            </a:lvl7pPr>
            <a:lvl8pPr>
              <a:defRPr sz="900" b="1" i="0">
                <a:solidFill>
                  <a:srgbClr val="102B27"/>
                </a:solidFill>
              </a:defRPr>
            </a:lvl8pPr>
            <a:lvl9pPr>
              <a:defRPr sz="9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02B27"/>
                </a:solidFill>
              </a:defRPr>
            </a:pPr>
            <a:r>
              <a:rPr sz="900" b="1" i="0">
                <a:solidFill>
                  <a:srgbClr val="102B2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59896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06BBE-58A3-4ECB-8043-5E6CEF9FE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b15079deb4d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B9F1-CE61-4685-9669-7EFA075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1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AB17E-7DE1-4DF8-A573-B852EE3F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33483-3712-4026-A72E-A0BD3E7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DDBF6-2B5F-492C-994C-D4A049A7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965C5-38A2-427C-8BA1-E677611D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C7F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AAAE8-BBED-4210-8428-71CBF5F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 i="0">
                <a:solidFill>
                  <a:srgbClr val="C7F45A"/>
                </a:solidFill>
              </a:defRPr>
            </a:defPPr>
            <a:lvl1pPr>
              <a:defRPr sz="825" b="1" i="0">
                <a:solidFill>
                  <a:srgbClr val="C7F45A"/>
                </a:solidFill>
              </a:defRPr>
            </a:lvl1pPr>
            <a:lvl2pPr>
              <a:defRPr sz="825" b="1" i="0">
                <a:solidFill>
                  <a:srgbClr val="C7F45A"/>
                </a:solidFill>
              </a:defRPr>
            </a:lvl2pPr>
            <a:lvl3pPr>
              <a:defRPr sz="825" b="1" i="0">
                <a:solidFill>
                  <a:srgbClr val="C7F45A"/>
                </a:solidFill>
              </a:defRPr>
            </a:lvl3pPr>
            <a:lvl4pPr>
              <a:defRPr sz="825" b="1" i="0">
                <a:solidFill>
                  <a:srgbClr val="C7F45A"/>
                </a:solidFill>
              </a:defRPr>
            </a:lvl4pPr>
            <a:lvl5pPr>
              <a:defRPr sz="825" b="1" i="0">
                <a:solidFill>
                  <a:srgbClr val="C7F45A"/>
                </a:solidFill>
              </a:defRPr>
            </a:lvl5pPr>
            <a:lvl6pPr>
              <a:defRPr sz="825" b="1" i="0">
                <a:solidFill>
                  <a:srgbClr val="C7F45A"/>
                </a:solidFill>
              </a:defRPr>
            </a:lvl6pPr>
            <a:lvl7pPr>
              <a:defRPr sz="825" b="1" i="0">
                <a:solidFill>
                  <a:srgbClr val="C7F45A"/>
                </a:solidFill>
              </a:defRPr>
            </a:lvl7pPr>
            <a:lvl8pPr>
              <a:defRPr sz="825" b="1" i="0">
                <a:solidFill>
                  <a:srgbClr val="C7F45A"/>
                </a:solidFill>
              </a:defRPr>
            </a:lvl8pPr>
            <a:lvl9pPr>
              <a:defRPr sz="82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C7F45A"/>
                </a:solidFill>
              </a:defRPr>
            </a:pPr>
            <a:r>
              <a:rPr sz="825" b="1" i="0">
                <a:solidFill>
                  <a:srgbClr val="C7F45A"/>
                </a:solidFill>
              </a:rPr>
              <a:t>НЕГЕ БІЗДІ ТАҢДАУ КЕРЕК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5C3CF-6642-4606-A1F8-A33FA1E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SaNa Business трекке бірден тексерілетін өнім береді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E932-482F-463A-8752-9DB0DCF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D0DDD8"/>
                </a:solidFill>
              </a:defRPr>
            </a:defPPr>
            <a:lvl1pPr>
              <a:defRPr sz="1800" b="0" i="0">
                <a:solidFill>
                  <a:srgbClr val="D0DDD8"/>
                </a:solidFill>
              </a:defRPr>
            </a:lvl1pPr>
            <a:lvl2pPr>
              <a:defRPr sz="1800" b="0" i="0">
                <a:solidFill>
                  <a:srgbClr val="D0DDD8"/>
                </a:solidFill>
              </a:defRPr>
            </a:lvl2pPr>
            <a:lvl3pPr>
              <a:defRPr sz="1800" b="0" i="0">
                <a:solidFill>
                  <a:srgbClr val="D0DDD8"/>
                </a:solidFill>
              </a:defRPr>
            </a:lvl3pPr>
            <a:lvl4pPr>
              <a:defRPr sz="1800" b="0" i="0">
                <a:solidFill>
                  <a:srgbClr val="D0DDD8"/>
                </a:solidFill>
              </a:defRPr>
            </a:lvl4pPr>
            <a:lvl5pPr>
              <a:defRPr sz="1800" b="0" i="0">
                <a:solidFill>
                  <a:srgbClr val="D0DDD8"/>
                </a:solidFill>
              </a:defRPr>
            </a:lvl5pPr>
            <a:lvl6pPr>
              <a:defRPr sz="1800" b="0" i="0">
                <a:solidFill>
                  <a:srgbClr val="D0DDD8"/>
                </a:solidFill>
              </a:defRPr>
            </a:lvl6pPr>
            <a:lvl7pPr>
              <a:defRPr sz="1800" b="0" i="0">
                <a:solidFill>
                  <a:srgbClr val="D0DDD8"/>
                </a:solidFill>
              </a:defRPr>
            </a:lvl7pPr>
            <a:lvl8pPr>
              <a:defRPr sz="1800" b="0" i="0">
                <a:solidFill>
                  <a:srgbClr val="D0DDD8"/>
                </a:solidFill>
              </a:defRPr>
            </a:lvl8pPr>
            <a:lvl9pPr>
              <a:defRPr sz="1800" b="0" i="0">
                <a:solidFill>
                  <a:srgbClr val="D0DDD8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D0DDD8"/>
                </a:solidFill>
              </a:defRPr>
            </a:pPr>
            <a:r>
              <a:rPr sz="1800" b="0" i="0">
                <a:solidFill>
                  <a:srgbClr val="D0DDD8"/>
                </a:solidFill>
              </a:rPr>
              <a:t>Дайын сайт. Өлшенетін пилот. Жергілікті кәсіпкерге түсінікті жұмыс жолы.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A066E-D5C2-42E9-8806-F8B6D28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386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22622"/>
          </a:solidFill>
          <a:ln xmlns:a="http://schemas.openxmlformats.org/drawingml/2006/main" w="9525">
            <a:solidFill>
              <a:srgbClr val="355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645C-723B-4291-8BA9-40FAA88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C7F45A"/>
                </a:solidFill>
              </a:defRPr>
            </a:defPPr>
            <a:lvl1pPr>
              <a:defRPr sz="900" b="1" i="0">
                <a:solidFill>
                  <a:srgbClr val="C7F45A"/>
                </a:solidFill>
              </a:defRPr>
            </a:lvl1pPr>
            <a:lvl2pPr>
              <a:defRPr sz="900" b="1" i="0">
                <a:solidFill>
                  <a:srgbClr val="C7F45A"/>
                </a:solidFill>
              </a:defRPr>
            </a:lvl2pPr>
            <a:lvl3pPr>
              <a:defRPr sz="900" b="1" i="0">
                <a:solidFill>
                  <a:srgbClr val="C7F45A"/>
                </a:solidFill>
              </a:defRPr>
            </a:lvl3pPr>
            <a:lvl4pPr>
              <a:defRPr sz="900" b="1" i="0">
                <a:solidFill>
                  <a:srgbClr val="C7F45A"/>
                </a:solidFill>
              </a:defRPr>
            </a:lvl4pPr>
            <a:lvl5pPr>
              <a:defRPr sz="900" b="1" i="0">
                <a:solidFill>
                  <a:srgbClr val="C7F45A"/>
                </a:solidFill>
              </a:defRPr>
            </a:lvl5pPr>
            <a:lvl6pPr>
              <a:defRPr sz="900" b="1" i="0">
                <a:solidFill>
                  <a:srgbClr val="C7F45A"/>
                </a:solidFill>
              </a:defRPr>
            </a:lvl6pPr>
            <a:lvl7pPr>
              <a:defRPr sz="900" b="1" i="0">
                <a:solidFill>
                  <a:srgbClr val="C7F45A"/>
                </a:solidFill>
              </a:defRPr>
            </a:lvl7pPr>
            <a:lvl8pPr>
              <a:defRPr sz="900" b="1" i="0">
                <a:solidFill>
                  <a:srgbClr val="C7F45A"/>
                </a:solidFill>
              </a:defRPr>
            </a:lvl8pPr>
            <a:lvl9pPr>
              <a:defRPr sz="9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C7F45A"/>
                </a:solidFill>
              </a:defRPr>
            </a:pPr>
            <a:r>
              <a:rPr sz="900" b="1" i="0">
                <a:solidFill>
                  <a:srgbClr val="C7F45A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F1F13-9149-4C66-9DD2-9514B57A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859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Өнім жарияланған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BEBC2-8218-4BA9-8EC2-F85A1E6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192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B7C7C1"/>
                </a:solidFill>
              </a:defRPr>
            </a:defPPr>
            <a:lvl1pPr>
              <a:defRPr sz="1125" b="0" i="0">
                <a:solidFill>
                  <a:srgbClr val="B7C7C1"/>
                </a:solidFill>
              </a:defRPr>
            </a:lvl1pPr>
            <a:lvl2pPr>
              <a:defRPr sz="1125" b="0" i="0">
                <a:solidFill>
                  <a:srgbClr val="B7C7C1"/>
                </a:solidFill>
              </a:defRPr>
            </a:lvl2pPr>
            <a:lvl3pPr>
              <a:defRPr sz="1125" b="0" i="0">
                <a:solidFill>
                  <a:srgbClr val="B7C7C1"/>
                </a:solidFill>
              </a:defRPr>
            </a:lvl3pPr>
            <a:lvl4pPr>
              <a:defRPr sz="1125" b="0" i="0">
                <a:solidFill>
                  <a:srgbClr val="B7C7C1"/>
                </a:solidFill>
              </a:defRPr>
            </a:lvl4pPr>
            <a:lvl5pPr>
              <a:defRPr sz="1125" b="0" i="0">
                <a:solidFill>
                  <a:srgbClr val="B7C7C1"/>
                </a:solidFill>
              </a:defRPr>
            </a:lvl5pPr>
            <a:lvl6pPr>
              <a:defRPr sz="1125" b="0" i="0">
                <a:solidFill>
                  <a:srgbClr val="B7C7C1"/>
                </a:solidFill>
              </a:defRPr>
            </a:lvl6pPr>
            <a:lvl7pPr>
              <a:defRPr sz="1125" b="0" i="0">
                <a:solidFill>
                  <a:srgbClr val="B7C7C1"/>
                </a:solidFill>
              </a:defRPr>
            </a:lvl7pPr>
            <a:lvl8pPr>
              <a:defRPr sz="1125" b="0" i="0">
                <a:solidFill>
                  <a:srgbClr val="B7C7C1"/>
                </a:solidFill>
              </a:defRPr>
            </a:lvl8pPr>
            <a:lvl9pPr>
              <a:defRPr sz="1125" b="0" i="0">
                <a:solidFill>
                  <a:srgbClr val="B7C7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B7C7C1"/>
                </a:solidFill>
              </a:defRPr>
            </a:pPr>
            <a:r>
              <a:rPr sz="1125" b="0" i="0">
                <a:solidFill>
                  <a:srgbClr val="B7C7C1"/>
                </a:solidFill>
              </a:rPr>
              <a:t>Диагностика, CSV талдау және калькулятор жұмыс істейді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EF4D5-953F-4094-8368-6AA2096C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C7F45A"/>
                </a:solidFill>
              </a:defRPr>
            </a:defPPr>
            <a:lvl1pPr>
              <a:defRPr sz="900" b="1" i="0">
                <a:solidFill>
                  <a:srgbClr val="C7F45A"/>
                </a:solidFill>
              </a:defRPr>
            </a:lvl1pPr>
            <a:lvl2pPr>
              <a:defRPr sz="900" b="1" i="0">
                <a:solidFill>
                  <a:srgbClr val="C7F45A"/>
                </a:solidFill>
              </a:defRPr>
            </a:lvl2pPr>
            <a:lvl3pPr>
              <a:defRPr sz="900" b="1" i="0">
                <a:solidFill>
                  <a:srgbClr val="C7F45A"/>
                </a:solidFill>
              </a:defRPr>
            </a:lvl3pPr>
            <a:lvl4pPr>
              <a:defRPr sz="900" b="1" i="0">
                <a:solidFill>
                  <a:srgbClr val="C7F45A"/>
                </a:solidFill>
              </a:defRPr>
            </a:lvl4pPr>
            <a:lvl5pPr>
              <a:defRPr sz="900" b="1" i="0">
                <a:solidFill>
                  <a:srgbClr val="C7F45A"/>
                </a:solidFill>
              </a:defRPr>
            </a:lvl5pPr>
            <a:lvl6pPr>
              <a:defRPr sz="900" b="1" i="0">
                <a:solidFill>
                  <a:srgbClr val="C7F45A"/>
                </a:solidFill>
              </a:defRPr>
            </a:lvl6pPr>
            <a:lvl7pPr>
              <a:defRPr sz="900" b="1" i="0">
                <a:solidFill>
                  <a:srgbClr val="C7F45A"/>
                </a:solidFill>
              </a:defRPr>
            </a:lvl7pPr>
            <a:lvl8pPr>
              <a:defRPr sz="900" b="1" i="0">
                <a:solidFill>
                  <a:srgbClr val="C7F45A"/>
                </a:solidFill>
              </a:defRPr>
            </a:lvl8pPr>
            <a:lvl9pPr>
              <a:defRPr sz="9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C7F45A"/>
                </a:solidFill>
              </a:defRPr>
            </a:pPr>
            <a:r>
              <a:rPr sz="900" b="1" i="0">
                <a:solidFill>
                  <a:srgbClr val="C7F45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74112-88A3-4BAC-8B25-EA561AF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Нәтиже дәлелденеді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40B14-CE26-46A2-90CD-232AC8E9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860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B7C7C1"/>
                </a:solidFill>
              </a:defRPr>
            </a:defPPr>
            <a:lvl1pPr>
              <a:defRPr sz="1125" b="0" i="0">
                <a:solidFill>
                  <a:srgbClr val="B7C7C1"/>
                </a:solidFill>
              </a:defRPr>
            </a:lvl1pPr>
            <a:lvl2pPr>
              <a:defRPr sz="1125" b="0" i="0">
                <a:solidFill>
                  <a:srgbClr val="B7C7C1"/>
                </a:solidFill>
              </a:defRPr>
            </a:lvl2pPr>
            <a:lvl3pPr>
              <a:defRPr sz="1125" b="0" i="0">
                <a:solidFill>
                  <a:srgbClr val="B7C7C1"/>
                </a:solidFill>
              </a:defRPr>
            </a:lvl3pPr>
            <a:lvl4pPr>
              <a:defRPr sz="1125" b="0" i="0">
                <a:solidFill>
                  <a:srgbClr val="B7C7C1"/>
                </a:solidFill>
              </a:defRPr>
            </a:lvl4pPr>
            <a:lvl5pPr>
              <a:defRPr sz="1125" b="0" i="0">
                <a:solidFill>
                  <a:srgbClr val="B7C7C1"/>
                </a:solidFill>
              </a:defRPr>
            </a:lvl5pPr>
            <a:lvl6pPr>
              <a:defRPr sz="1125" b="0" i="0">
                <a:solidFill>
                  <a:srgbClr val="B7C7C1"/>
                </a:solidFill>
              </a:defRPr>
            </a:lvl6pPr>
            <a:lvl7pPr>
              <a:defRPr sz="1125" b="0" i="0">
                <a:solidFill>
                  <a:srgbClr val="B7C7C1"/>
                </a:solidFill>
              </a:defRPr>
            </a:lvl7pPr>
            <a:lvl8pPr>
              <a:defRPr sz="1125" b="0" i="0">
                <a:solidFill>
                  <a:srgbClr val="B7C7C1"/>
                </a:solidFill>
              </a:defRPr>
            </a:lvl8pPr>
            <a:lvl9pPr>
              <a:defRPr sz="1125" b="0" i="0">
                <a:solidFill>
                  <a:srgbClr val="B7C7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B7C7C1"/>
                </a:solidFill>
              </a:defRPr>
            </a:pPr>
            <a:r>
              <a:rPr sz="1125" b="0" i="0">
                <a:solidFill>
                  <a:srgbClr val="B7C7C1"/>
                </a:solidFill>
              </a:rPr>
              <a:t>База, мақсат және факт бір кезеңде салыстырылады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A0385-C60A-40B4-9E00-888E189A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C7F45A"/>
                </a:solidFill>
              </a:defRPr>
            </a:defPPr>
            <a:lvl1pPr>
              <a:defRPr sz="900" b="1" i="0">
                <a:solidFill>
                  <a:srgbClr val="C7F45A"/>
                </a:solidFill>
              </a:defRPr>
            </a:lvl1pPr>
            <a:lvl2pPr>
              <a:defRPr sz="900" b="1" i="0">
                <a:solidFill>
                  <a:srgbClr val="C7F45A"/>
                </a:solidFill>
              </a:defRPr>
            </a:lvl2pPr>
            <a:lvl3pPr>
              <a:defRPr sz="900" b="1" i="0">
                <a:solidFill>
                  <a:srgbClr val="C7F45A"/>
                </a:solidFill>
              </a:defRPr>
            </a:lvl3pPr>
            <a:lvl4pPr>
              <a:defRPr sz="900" b="1" i="0">
                <a:solidFill>
                  <a:srgbClr val="C7F45A"/>
                </a:solidFill>
              </a:defRPr>
            </a:lvl4pPr>
            <a:lvl5pPr>
              <a:defRPr sz="900" b="1" i="0">
                <a:solidFill>
                  <a:srgbClr val="C7F45A"/>
                </a:solidFill>
              </a:defRPr>
            </a:lvl5pPr>
            <a:lvl6pPr>
              <a:defRPr sz="900" b="1" i="0">
                <a:solidFill>
                  <a:srgbClr val="C7F45A"/>
                </a:solidFill>
              </a:defRPr>
            </a:lvl6pPr>
            <a:lvl7pPr>
              <a:defRPr sz="900" b="1" i="0">
                <a:solidFill>
                  <a:srgbClr val="C7F45A"/>
                </a:solidFill>
              </a:defRPr>
            </a:lvl7pPr>
            <a:lvl8pPr>
              <a:defRPr sz="900" b="1" i="0">
                <a:solidFill>
                  <a:srgbClr val="C7F45A"/>
                </a:solidFill>
              </a:defRPr>
            </a:lvl8pPr>
            <a:lvl9pPr>
              <a:defRPr sz="900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C7F45A"/>
                </a:solidFill>
              </a:defRPr>
            </a:pPr>
            <a:r>
              <a:rPr sz="900" b="1" i="0">
                <a:solidFill>
                  <a:srgbClr val="C7F45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15203-F342-4FB6-8A0E-E933287F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</a:defRPr>
            </a:defPPr>
            <a:lvl1pPr>
              <a:defRPr sz="1575" b="1" i="0">
                <a:solidFill>
                  <a:srgbClr val="FFFFFF"/>
                </a:solidFill>
              </a:defRPr>
            </a:lvl1pPr>
            <a:lvl2pPr>
              <a:defRPr sz="1575" b="1" i="0">
                <a:solidFill>
                  <a:srgbClr val="FFFFFF"/>
                </a:solidFill>
              </a:defRPr>
            </a:lvl2pPr>
            <a:lvl3pPr>
              <a:defRPr sz="1575" b="1" i="0">
                <a:solidFill>
                  <a:srgbClr val="FFFFFF"/>
                </a:solidFill>
              </a:defRPr>
            </a:lvl3pPr>
            <a:lvl4pPr>
              <a:defRPr sz="1575" b="1" i="0">
                <a:solidFill>
                  <a:srgbClr val="FFFFFF"/>
                </a:solidFill>
              </a:defRPr>
            </a:lvl4pPr>
            <a:lvl5pPr>
              <a:defRPr sz="1575" b="1" i="0">
                <a:solidFill>
                  <a:srgbClr val="FFFFFF"/>
                </a:solidFill>
              </a:defRPr>
            </a:lvl5pPr>
            <a:lvl6pPr>
              <a:defRPr sz="1575" b="1" i="0">
                <a:solidFill>
                  <a:srgbClr val="FFFFFF"/>
                </a:solidFill>
              </a:defRPr>
            </a:lvl6pPr>
            <a:lvl7pPr>
              <a:defRPr sz="1575" b="1" i="0">
                <a:solidFill>
                  <a:srgbClr val="FFFFFF"/>
                </a:solidFill>
              </a:defRPr>
            </a:lvl7pPr>
            <a:lvl8pPr>
              <a:defRPr sz="1575" b="1" i="0">
                <a:solidFill>
                  <a:srgbClr val="FFFFFF"/>
                </a:solidFill>
              </a:defRPr>
            </a:lvl8pPr>
            <a:lvl9pPr>
              <a:defRPr sz="15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Жергілікті контекст бар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221AF-3966-41C8-9701-5BA60C9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52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B7C7C1"/>
                </a:solidFill>
              </a:defRPr>
            </a:defPPr>
            <a:lvl1pPr>
              <a:defRPr sz="1125" b="0" i="0">
                <a:solidFill>
                  <a:srgbClr val="B7C7C1"/>
                </a:solidFill>
              </a:defRPr>
            </a:lvl1pPr>
            <a:lvl2pPr>
              <a:defRPr sz="1125" b="0" i="0">
                <a:solidFill>
                  <a:srgbClr val="B7C7C1"/>
                </a:solidFill>
              </a:defRPr>
            </a:lvl2pPr>
            <a:lvl3pPr>
              <a:defRPr sz="1125" b="0" i="0">
                <a:solidFill>
                  <a:srgbClr val="B7C7C1"/>
                </a:solidFill>
              </a:defRPr>
            </a:lvl3pPr>
            <a:lvl4pPr>
              <a:defRPr sz="1125" b="0" i="0">
                <a:solidFill>
                  <a:srgbClr val="B7C7C1"/>
                </a:solidFill>
              </a:defRPr>
            </a:lvl4pPr>
            <a:lvl5pPr>
              <a:defRPr sz="1125" b="0" i="0">
                <a:solidFill>
                  <a:srgbClr val="B7C7C1"/>
                </a:solidFill>
              </a:defRPr>
            </a:lvl5pPr>
            <a:lvl6pPr>
              <a:defRPr sz="1125" b="0" i="0">
                <a:solidFill>
                  <a:srgbClr val="B7C7C1"/>
                </a:solidFill>
              </a:defRPr>
            </a:lvl6pPr>
            <a:lvl7pPr>
              <a:defRPr sz="1125" b="0" i="0">
                <a:solidFill>
                  <a:srgbClr val="B7C7C1"/>
                </a:solidFill>
              </a:defRPr>
            </a:lvl7pPr>
            <a:lvl8pPr>
              <a:defRPr sz="1125" b="0" i="0">
                <a:solidFill>
                  <a:srgbClr val="B7C7C1"/>
                </a:solidFill>
              </a:defRPr>
            </a:lvl8pPr>
            <a:lvl9pPr>
              <a:defRPr sz="1125" b="0" i="0">
                <a:solidFill>
                  <a:srgbClr val="B7C7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B7C7C1"/>
                </a:solidFill>
              </a:defRPr>
            </a:pPr>
            <a:r>
              <a:rPr sz="1125" b="0" i="0">
                <a:solidFill>
                  <a:srgbClr val="B7C7C1"/>
                </a:solidFill>
              </a:rPr>
              <a:t>Тараз, Жамбыл облысы және RU/KK жоспарлары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F22C7-989A-4E80-A80B-9DFFDE3F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619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BA34D-7144-47D4-BF7E-ABB70D9D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102B27"/>
                </a:solidFill>
              </a:defRPr>
            </a:defPPr>
            <a:lvl1pPr>
              <a:defRPr sz="975" b="1" i="0">
                <a:solidFill>
                  <a:srgbClr val="102B27"/>
                </a:solidFill>
              </a:defRPr>
            </a:lvl1pPr>
            <a:lvl2pPr>
              <a:defRPr sz="975" b="1" i="0">
                <a:solidFill>
                  <a:srgbClr val="102B27"/>
                </a:solidFill>
              </a:defRPr>
            </a:lvl2pPr>
            <a:lvl3pPr>
              <a:defRPr sz="975" b="1" i="0">
                <a:solidFill>
                  <a:srgbClr val="102B27"/>
                </a:solidFill>
              </a:defRPr>
            </a:lvl3pPr>
            <a:lvl4pPr>
              <a:defRPr sz="975" b="1" i="0">
                <a:solidFill>
                  <a:srgbClr val="102B27"/>
                </a:solidFill>
              </a:defRPr>
            </a:lvl4pPr>
            <a:lvl5pPr>
              <a:defRPr sz="975" b="1" i="0">
                <a:solidFill>
                  <a:srgbClr val="102B27"/>
                </a:solidFill>
              </a:defRPr>
            </a:lvl5pPr>
            <a:lvl6pPr>
              <a:defRPr sz="975" b="1" i="0">
                <a:solidFill>
                  <a:srgbClr val="102B27"/>
                </a:solidFill>
              </a:defRPr>
            </a:lvl6pPr>
            <a:lvl7pPr>
              <a:defRPr sz="975" b="1" i="0">
                <a:solidFill>
                  <a:srgbClr val="102B27"/>
                </a:solidFill>
              </a:defRPr>
            </a:lvl7pPr>
            <a:lvl8pPr>
              <a:defRPr sz="975" b="1" i="0">
                <a:solidFill>
                  <a:srgbClr val="102B27"/>
                </a:solidFill>
              </a:defRPr>
            </a:lvl8pPr>
            <a:lvl9pPr>
              <a:defRPr sz="9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102B27"/>
                </a:solidFill>
              </a:defRPr>
            </a:pPr>
            <a:r>
              <a:rPr sz="975" b="1" i="0">
                <a:solidFill>
                  <a:srgbClr val="102B27"/>
                </a:solidFill>
              </a:rPr>
              <a:t>Тректен сұрайтынымыз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71F01-4ABB-4CAA-8702-97D3AB6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5–10 пилот кәсіпкер, менторлық және серіктестермен байланыс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8ACB5-C9F4-4B48-AE4B-04D2B52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91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43D7DF"/>
                </a:solidFill>
              </a:defRPr>
            </a:defPPr>
            <a:lvl1pPr>
              <a:defRPr sz="1350" b="1" i="0">
                <a:solidFill>
                  <a:srgbClr val="43D7DF"/>
                </a:solidFill>
              </a:defRPr>
            </a:lvl1pPr>
            <a:lvl2pPr>
              <a:defRPr sz="1350" b="1" i="0">
                <a:solidFill>
                  <a:srgbClr val="43D7DF"/>
                </a:solidFill>
              </a:defRPr>
            </a:lvl2pPr>
            <a:lvl3pPr>
              <a:defRPr sz="1350" b="1" i="0">
                <a:solidFill>
                  <a:srgbClr val="43D7DF"/>
                </a:solidFill>
              </a:defRPr>
            </a:lvl3pPr>
            <a:lvl4pPr>
              <a:defRPr sz="1350" b="1" i="0">
                <a:solidFill>
                  <a:srgbClr val="43D7DF"/>
                </a:solidFill>
              </a:defRPr>
            </a:lvl4pPr>
            <a:lvl5pPr>
              <a:defRPr sz="1350" b="1" i="0">
                <a:solidFill>
                  <a:srgbClr val="43D7DF"/>
                </a:solidFill>
              </a:defRPr>
            </a:lvl5pPr>
            <a:lvl6pPr>
              <a:defRPr sz="1350" b="1" i="0">
                <a:solidFill>
                  <a:srgbClr val="43D7DF"/>
                </a:solidFill>
              </a:defRPr>
            </a:lvl6pPr>
            <a:lvl7pPr>
              <a:defRPr sz="1350" b="1" i="0">
                <a:solidFill>
                  <a:srgbClr val="43D7DF"/>
                </a:solidFill>
              </a:defRPr>
            </a:lvl7pPr>
            <a:lvl8pPr>
              <a:defRPr sz="1350" b="1" i="0">
                <a:solidFill>
                  <a:srgbClr val="43D7DF"/>
                </a:solidFill>
              </a:defRPr>
            </a:lvl8pPr>
            <a:lvl9pPr>
              <a:defRPr sz="1350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43D7DF"/>
                </a:solidFill>
              </a:defRPr>
            </a:pPr>
            <a:r>
              <a:rPr sz="1350" b="1" i="0">
                <a:solidFill>
                  <a:srgbClr val="43D7DF"/>
                </a:solidFill>
              </a:rPr>
              <a:t>sana-business-ai.vercel.app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B6AA2-3DA6-4053-A85A-AF94613E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C3D1CC"/>
                </a:solidFill>
              </a:defRPr>
            </a:defPPr>
            <a:lvl1pPr>
              <a:defRPr sz="1050" b="1" i="0">
                <a:solidFill>
                  <a:srgbClr val="C3D1CC"/>
                </a:solidFill>
              </a:defRPr>
            </a:lvl1pPr>
            <a:lvl2pPr>
              <a:defRPr sz="1050" b="1" i="0">
                <a:solidFill>
                  <a:srgbClr val="C3D1CC"/>
                </a:solidFill>
              </a:defRPr>
            </a:lvl2pPr>
            <a:lvl3pPr>
              <a:defRPr sz="1050" b="1" i="0">
                <a:solidFill>
                  <a:srgbClr val="C3D1CC"/>
                </a:solidFill>
              </a:defRPr>
            </a:lvl3pPr>
            <a:lvl4pPr>
              <a:defRPr sz="1050" b="1" i="0">
                <a:solidFill>
                  <a:srgbClr val="C3D1CC"/>
                </a:solidFill>
              </a:defRPr>
            </a:lvl4pPr>
            <a:lvl5pPr>
              <a:defRPr sz="1050" b="1" i="0">
                <a:solidFill>
                  <a:srgbClr val="C3D1CC"/>
                </a:solidFill>
              </a:defRPr>
            </a:lvl5pPr>
            <a:lvl6pPr>
              <a:defRPr sz="1050" b="1" i="0">
                <a:solidFill>
                  <a:srgbClr val="C3D1CC"/>
                </a:solidFill>
              </a:defRPr>
            </a:lvl6pPr>
            <a:lvl7pPr>
              <a:defRPr sz="1050" b="1" i="0">
                <a:solidFill>
                  <a:srgbClr val="C3D1CC"/>
                </a:solidFill>
              </a:defRPr>
            </a:lvl7pPr>
            <a:lvl8pPr>
              <a:defRPr sz="1050" b="1" i="0">
                <a:solidFill>
                  <a:srgbClr val="C3D1CC"/>
                </a:solidFill>
              </a:defRPr>
            </a:lvl8pPr>
            <a:lvl9pPr>
              <a:defRPr sz="1050" b="1" i="0">
                <a:solidFill>
                  <a:srgbClr val="C3D1CC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C3D1CC"/>
                </a:solidFill>
              </a:defRPr>
            </a:pPr>
            <a:r>
              <a:rPr sz="1050" b="1" i="0">
                <a:solidFill>
                  <a:srgbClr val="C3D1CC"/>
                </a:solidFill>
              </a:rPr>
              <a:t>GitHub  /  Vercel  /  Neon 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C213D-3500-4C20-9572-2DADE98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1C238-865F-4557-B3BE-F316DE1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A9BBB5"/>
                </a:solidFill>
              </a:defRPr>
            </a:defPPr>
            <a:lvl1pPr>
              <a:defRPr sz="750" b="1" i="0">
                <a:solidFill>
                  <a:srgbClr val="A9BBB5"/>
                </a:solidFill>
              </a:defRPr>
            </a:lvl1pPr>
            <a:lvl2pPr>
              <a:defRPr sz="750" b="1" i="0">
                <a:solidFill>
                  <a:srgbClr val="A9BBB5"/>
                </a:solidFill>
              </a:defRPr>
            </a:lvl2pPr>
            <a:lvl3pPr>
              <a:defRPr sz="750" b="1" i="0">
                <a:solidFill>
                  <a:srgbClr val="A9BBB5"/>
                </a:solidFill>
              </a:defRPr>
            </a:lvl3pPr>
            <a:lvl4pPr>
              <a:defRPr sz="750" b="1" i="0">
                <a:solidFill>
                  <a:srgbClr val="A9BBB5"/>
                </a:solidFill>
              </a:defRPr>
            </a:lvl4pPr>
            <a:lvl5pPr>
              <a:defRPr sz="750" b="1" i="0">
                <a:solidFill>
                  <a:srgbClr val="A9BBB5"/>
                </a:solidFill>
              </a:defRPr>
            </a:lvl5pPr>
            <a:lvl6pPr>
              <a:defRPr sz="750" b="1" i="0">
                <a:solidFill>
                  <a:srgbClr val="A9BBB5"/>
                </a:solidFill>
              </a:defRPr>
            </a:lvl6pPr>
            <a:lvl7pPr>
              <a:defRPr sz="750" b="1" i="0">
                <a:solidFill>
                  <a:srgbClr val="A9BBB5"/>
                </a:solidFill>
              </a:defRPr>
            </a:lvl7pPr>
            <a:lvl8pPr>
              <a:defRPr sz="750" b="1" i="0">
                <a:solidFill>
                  <a:srgbClr val="A9BBB5"/>
                </a:solidFill>
              </a:defRPr>
            </a:lvl8pPr>
            <a:lvl9pPr>
              <a:defRPr sz="750" b="1" i="0">
                <a:solidFill>
                  <a:srgbClr val="A9BBB5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A9BBB5"/>
                </a:solidFill>
              </a:defRPr>
            </a:pPr>
            <a:r>
              <a:rPr sz="750" b="1" i="0">
                <a:solidFill>
                  <a:srgbClr val="A9BBB5"/>
                </a:solidFill>
              </a:rPr>
              <a:t>SANA BUSINESS / ТАРАЗ · ЖАМБЫЛ ОБЛЫСЫ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59F03-B30D-415E-A372-56A3EC38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</a:defRPr>
            </a:defPPr>
            <a:lvl1pPr>
              <a:defRPr sz="900" b="1" i="0">
                <a:solidFill>
                  <a:srgbClr val="FFFFFF"/>
                </a:solidFill>
              </a:defRPr>
            </a:lvl1pPr>
            <a:lvl2pPr>
              <a:defRPr sz="900" b="1" i="0">
                <a:solidFill>
                  <a:srgbClr val="FFFFFF"/>
                </a:solidFill>
              </a:defRPr>
            </a:lvl2pPr>
            <a:lvl3pPr>
              <a:defRPr sz="900" b="1" i="0">
                <a:solidFill>
                  <a:srgbClr val="FFFFFF"/>
                </a:solidFill>
              </a:defRPr>
            </a:lvl3pPr>
            <a:lvl4pPr>
              <a:defRPr sz="900" b="1" i="0">
                <a:solidFill>
                  <a:srgbClr val="FFFFFF"/>
                </a:solidFill>
              </a:defRPr>
            </a:lvl4pPr>
            <a:lvl5pPr>
              <a:defRPr sz="900" b="1" i="0">
                <a:solidFill>
                  <a:srgbClr val="FFFFFF"/>
                </a:solidFill>
              </a:defRPr>
            </a:lvl5pPr>
            <a:lvl6pPr>
              <a:defRPr sz="900" b="1" i="0">
                <a:solidFill>
                  <a:srgbClr val="FFFFFF"/>
                </a:solidFill>
              </a:defRPr>
            </a:lvl6pPr>
            <a:lvl7pPr>
              <a:defRPr sz="900" b="1" i="0">
                <a:solidFill>
                  <a:srgbClr val="FFFFFF"/>
                </a:solidFill>
              </a:defRPr>
            </a:lvl7pPr>
            <a:lvl8pPr>
              <a:defRPr sz="900" b="1" i="0">
                <a:solidFill>
                  <a:srgbClr val="FFFFFF"/>
                </a:solidFill>
              </a:defRPr>
            </a:lvl8pPr>
            <a:lvl9pPr>
              <a:defRPr sz="9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0657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2026-10-18T07:34:00.5730000Z</dcterms:created>
  <dcterms:modified xsi:type="dcterms:W3CDTF">2026-10-18T07:34:00.5740000Z</dcterms:modified>
</coreProperties>
</file>